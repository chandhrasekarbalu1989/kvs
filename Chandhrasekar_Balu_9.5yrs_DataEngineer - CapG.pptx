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807" r:id="rId2"/>
    <p:sldMasterId id="2147483810" r:id="rId3"/>
    <p:sldMasterId id="2147483814" r:id="rId4"/>
  </p:sldMasterIdLst>
  <p:notesMasterIdLst>
    <p:notesMasterId r:id="rId8"/>
  </p:notesMasterIdLst>
  <p:handoutMasterIdLst>
    <p:handoutMasterId r:id="rId9"/>
  </p:handoutMasterIdLst>
  <p:sldIdLst>
    <p:sldId id="746" r:id="rId5"/>
    <p:sldId id="747" r:id="rId6"/>
    <p:sldId id="750" r:id="rId7"/>
  </p:sldIdLst>
  <p:sldSz cx="9144000" cy="6858000" type="screen4x3"/>
  <p:notesSz cx="7010400" cy="92964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1" orient="horz" pos="2160">
          <p15:clr>
            <a:srgbClr val="A4A3A4"/>
          </p15:clr>
        </p15:guide>
        <p15:guide id="12" orient="horz" pos="3363" userDrawn="1">
          <p15:clr>
            <a:srgbClr val="A4A3A4"/>
          </p15:clr>
        </p15:guide>
        <p15:guide id="13" orient="horz" pos="1378" userDrawn="1">
          <p15:clr>
            <a:srgbClr val="A4A3A4"/>
          </p15:clr>
        </p15:guide>
        <p15:guide id="1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der Kuur, Cindy K" initials="CV" lastIdx="7" clrIdx="0"/>
  <p:cmAuthor id="2" name="Saona, Cristina" initials="CS" lastIdx="3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15F0D"/>
    <a:srgbClr val="575757"/>
    <a:srgbClr val="FFCD00"/>
    <a:srgbClr val="ED8B00"/>
    <a:srgbClr val="DB291C"/>
    <a:srgbClr val="FF9900"/>
    <a:srgbClr val="C00000"/>
    <a:srgbClr val="3C8A2E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0932" autoAdjust="0"/>
  </p:normalViewPr>
  <p:slideViewPr>
    <p:cSldViewPr snapToGrid="0" showGuides="1">
      <p:cViewPr varScale="1">
        <p:scale>
          <a:sx n="78" d="100"/>
          <a:sy n="78" d="100"/>
        </p:scale>
        <p:origin x="1771" y="62"/>
      </p:cViewPr>
      <p:guideLst>
        <p:guide orient="horz" pos="2160"/>
        <p:guide orient="horz" pos="3363"/>
        <p:guide orient="horz" pos="1378"/>
        <p:guide pos="2880"/>
      </p:guideLst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-585"/>
    </p:cViewPr>
  </p:sorterViewPr>
  <p:notesViewPr>
    <p:cSldViewPr snapToGrid="0" showGuides="1">
      <p:cViewPr varScale="1">
        <p:scale>
          <a:sx n="64" d="100"/>
          <a:sy n="64" d="100"/>
        </p:scale>
        <p:origin x="3158" y="7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038049" cy="464316"/>
          </a:xfrm>
          <a:prstGeom prst="rect">
            <a:avLst/>
          </a:prstGeom>
        </p:spPr>
        <p:txBody>
          <a:bodyPr vert="horz" lIns="87631" tIns="43816" rIns="87631" bIns="43816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784" y="1"/>
            <a:ext cx="3038049" cy="464316"/>
          </a:xfrm>
          <a:prstGeom prst="rect">
            <a:avLst/>
          </a:prstGeom>
        </p:spPr>
        <p:txBody>
          <a:bodyPr vert="horz" lIns="87631" tIns="43816" rIns="87631" bIns="43816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7/11/2020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8830644"/>
            <a:ext cx="3038049" cy="464316"/>
          </a:xfrm>
          <a:prstGeom prst="rect">
            <a:avLst/>
          </a:prstGeom>
        </p:spPr>
        <p:txBody>
          <a:bodyPr vert="horz" lIns="87631" tIns="43816" rIns="87631" bIns="43816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84" y="8830644"/>
            <a:ext cx="3038049" cy="464316"/>
          </a:xfrm>
          <a:prstGeom prst="rect">
            <a:avLst/>
          </a:prstGeom>
        </p:spPr>
        <p:txBody>
          <a:bodyPr vert="horz" lIns="87631" tIns="43816" rIns="87631" bIns="43816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4820"/>
          </a:xfrm>
          <a:prstGeom prst="rect">
            <a:avLst/>
          </a:prstGeom>
        </p:spPr>
        <p:txBody>
          <a:bodyPr vert="horz" lIns="94923" tIns="47461" rIns="94923" bIns="47461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1"/>
            <a:ext cx="3037840" cy="464820"/>
          </a:xfrm>
          <a:prstGeom prst="rect">
            <a:avLst/>
          </a:prstGeom>
        </p:spPr>
        <p:txBody>
          <a:bodyPr vert="horz" lIns="94923" tIns="47461" rIns="94923" bIns="47461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698500"/>
            <a:ext cx="4645025" cy="3484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923" tIns="47461" rIns="94923" bIns="47461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vert="horz" lIns="94923" tIns="47461" rIns="94923" bIns="47461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4820"/>
          </a:xfrm>
          <a:prstGeom prst="rect">
            <a:avLst/>
          </a:prstGeom>
        </p:spPr>
        <p:txBody>
          <a:bodyPr vert="horz" lIns="94923" tIns="47461" rIns="94923" bIns="47461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4820"/>
          </a:xfrm>
          <a:prstGeom prst="rect">
            <a:avLst/>
          </a:prstGeom>
        </p:spPr>
        <p:txBody>
          <a:bodyPr vert="horz" lIns="94923" tIns="47461" rIns="94923" bIns="47461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385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>
          <a:xfrm>
            <a:off x="1879392" y="727200"/>
            <a:ext cx="5400000" cy="54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77992" y="5864229"/>
            <a:ext cx="419400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1600" b="0">
                <a:solidFill>
                  <a:schemeClr val="bg1"/>
                </a:solidFill>
              </a:defRPr>
            </a:lvl2pPr>
            <a:lvl3pPr marL="0" indent="0" algn="l"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76238" y="6381750"/>
            <a:ext cx="4195762" cy="29845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44" name="Group 43"/>
          <p:cNvGrpSpPr>
            <a:grpSpLocks noChangeAspect="1"/>
          </p:cNvGrpSpPr>
          <p:nvPr userDrawn="1"/>
        </p:nvGrpSpPr>
        <p:grpSpPr>
          <a:xfrm>
            <a:off x="398884" y="374158"/>
            <a:ext cx="1684861" cy="310896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45" name="Oval 44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46" name="Freeform 45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48" name="Freeform 47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48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50" name="Rectangle 49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51" name="Freeform 50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52" name="Freeform 51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53" name="Freeform 52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54" name="Freeform 53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4557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>
          <a:xfrm>
            <a:off x="1867360" y="727200"/>
            <a:ext cx="5400000" cy="4937000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76238" y="5864229"/>
            <a:ext cx="419576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 algn="l">
              <a:buNone/>
              <a:defRPr sz="1600" b="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76238" y="6381750"/>
            <a:ext cx="4195762" cy="29845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750" y="375647"/>
            <a:ext cx="1660992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794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2502000" y="1368000"/>
            <a:ext cx="4140000" cy="414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4200"/>
              </a:lnSpc>
              <a:defRPr sz="3600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377992" y="5864229"/>
            <a:ext cx="419400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76238" y="6381750"/>
            <a:ext cx="4195762" cy="29845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398884" y="374158"/>
            <a:ext cx="1684861" cy="310896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23" name="Oval 22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4" name="Freeform 23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6" name="Freeform 25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8" name="Rectangle 27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9" name="Freeform 28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30" name="Freeform 29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31" name="Freeform 30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Freeform 31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5008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2502000" y="1368000"/>
            <a:ext cx="4140000" cy="414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4200"/>
              </a:lnSpc>
              <a:defRPr sz="36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376238" y="5864229"/>
            <a:ext cx="419576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76238" y="6381750"/>
            <a:ext cx="4195762" cy="29845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750" y="375647"/>
            <a:ext cx="1660992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628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76238" y="1705669"/>
            <a:ext cx="7905750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76238" y="3429000"/>
            <a:ext cx="790575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CaseCode"/>
          <p:cNvSpPr txBox="1"/>
          <p:nvPr userDrawn="1"/>
        </p:nvSpPr>
        <p:spPr>
          <a:xfrm>
            <a:off x="4751388" y="6476999"/>
            <a:ext cx="367242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7" name="Copyright"/>
          <p:cNvSpPr txBox="1"/>
          <p:nvPr userDrawn="1"/>
        </p:nvSpPr>
        <p:spPr>
          <a:xfrm>
            <a:off x="376236" y="6476999"/>
            <a:ext cx="4016376" cy="201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Copyright © 2016 Deloitte Development LLC.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536782" y="6477000"/>
            <a:ext cx="230981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5741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green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76238" y="1705669"/>
            <a:ext cx="7905750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76238" y="3429000"/>
            <a:ext cx="790805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CaseCode"/>
          <p:cNvSpPr txBox="1"/>
          <p:nvPr userDrawn="1"/>
        </p:nvSpPr>
        <p:spPr>
          <a:xfrm>
            <a:off x="4751388" y="6477000"/>
            <a:ext cx="367242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4" name="Copyright"/>
          <p:cNvSpPr txBox="1"/>
          <p:nvPr userDrawn="1"/>
        </p:nvSpPr>
        <p:spPr>
          <a:xfrm>
            <a:off x="376236" y="6476999"/>
            <a:ext cx="4016376" cy="201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Copyright © 2016 Deloitte Development LLC.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536782" y="6477000"/>
            <a:ext cx="230981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482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ue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76238" y="1705669"/>
            <a:ext cx="7905750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76238" y="3429000"/>
            <a:ext cx="790575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40214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76238" y="1705669"/>
            <a:ext cx="7905750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76238" y="3429000"/>
            <a:ext cx="790575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CaseCode"/>
          <p:cNvSpPr txBox="1"/>
          <p:nvPr userDrawn="1"/>
        </p:nvSpPr>
        <p:spPr>
          <a:xfrm>
            <a:off x="4751388" y="6477000"/>
            <a:ext cx="367242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1" name="Copyright"/>
          <p:cNvSpPr txBox="1"/>
          <p:nvPr userDrawn="1"/>
        </p:nvSpPr>
        <p:spPr>
          <a:xfrm>
            <a:off x="376236" y="6476999"/>
            <a:ext cx="4016376" cy="201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Copyright © 2016 Deloitte Development LLC.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536782" y="6477000"/>
            <a:ext cx="230981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76238" y="1705669"/>
            <a:ext cx="7905750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76238" y="3429000"/>
            <a:ext cx="790575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9789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76238" y="1705669"/>
            <a:ext cx="7905750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76238" y="3429000"/>
            <a:ext cx="790575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951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6238" y="1628774"/>
            <a:ext cx="6864277" cy="475297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2800">
                <a:solidFill>
                  <a:schemeClr val="bg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CaseCode"/>
          <p:cNvSpPr txBox="1"/>
          <p:nvPr userDrawn="1"/>
        </p:nvSpPr>
        <p:spPr>
          <a:xfrm>
            <a:off x="4751388" y="6477000"/>
            <a:ext cx="367242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1" name="Copyright"/>
          <p:cNvSpPr txBox="1"/>
          <p:nvPr userDrawn="1"/>
        </p:nvSpPr>
        <p:spPr>
          <a:xfrm>
            <a:off x="376236" y="6476999"/>
            <a:ext cx="4016376" cy="201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Copyright © 2016 Deloitte Development LLC.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536782" y="6477000"/>
            <a:ext cx="230981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88157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6238" y="1627200"/>
            <a:ext cx="6958012" cy="4759584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2800">
                <a:solidFill>
                  <a:schemeClr val="bg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CaseCode"/>
          <p:cNvSpPr txBox="1"/>
          <p:nvPr userDrawn="1"/>
        </p:nvSpPr>
        <p:spPr>
          <a:xfrm>
            <a:off x="4751388" y="6477000"/>
            <a:ext cx="367242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1" name="Copyright"/>
          <p:cNvSpPr txBox="1"/>
          <p:nvPr userDrawn="1"/>
        </p:nvSpPr>
        <p:spPr>
          <a:xfrm>
            <a:off x="376236" y="6476999"/>
            <a:ext cx="4016376" cy="201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Copyright © 2016 Deloitte Development LLC.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536782" y="6477000"/>
            <a:ext cx="230981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56764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6238" y="1628774"/>
            <a:ext cx="6958012" cy="475297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2800">
                <a:solidFill>
                  <a:schemeClr val="bg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CaseCode"/>
          <p:cNvSpPr txBox="1"/>
          <p:nvPr userDrawn="1"/>
        </p:nvSpPr>
        <p:spPr>
          <a:xfrm>
            <a:off x="4751388" y="6477000"/>
            <a:ext cx="367242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1" name="Copyright"/>
          <p:cNvSpPr txBox="1"/>
          <p:nvPr userDrawn="1"/>
        </p:nvSpPr>
        <p:spPr>
          <a:xfrm>
            <a:off x="376236" y="6476999"/>
            <a:ext cx="4016376" cy="201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Copyright © 2016 Deloitte Development LLC.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536782" y="6477000"/>
            <a:ext cx="230981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3754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92994" y="2614860"/>
            <a:ext cx="6958012" cy="737937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spcBef>
                <a:spcPts val="3600"/>
              </a:spcBef>
              <a:defRPr sz="2800">
                <a:solidFill>
                  <a:schemeClr val="bg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248670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6238" y="1628774"/>
            <a:ext cx="6958012" cy="475297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28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2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9" y="317499"/>
            <a:ext cx="8385174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18"/>
          <p:cNvSpPr>
            <a:spLocks noGrp="1"/>
          </p:cNvSpPr>
          <p:nvPr>
            <p:ph idx="1"/>
          </p:nvPr>
        </p:nvSpPr>
        <p:spPr>
          <a:xfrm>
            <a:off x="376238" y="1665288"/>
            <a:ext cx="8374062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51087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8" y="317501"/>
            <a:ext cx="8391525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4087763" y="1701801"/>
            <a:ext cx="4680000" cy="4679950"/>
          </a:xfrm>
        </p:spPr>
        <p:txBody>
          <a:bodyPr/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376238" y="1665288"/>
            <a:ext cx="3342322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397904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6985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376238" y="1665288"/>
            <a:ext cx="8374062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109111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6238" y="317499"/>
            <a:ext cx="8371762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Text Placeholder 18"/>
          <p:cNvSpPr>
            <a:spLocks noGrp="1"/>
          </p:cNvSpPr>
          <p:nvPr>
            <p:ph idx="1"/>
          </p:nvPr>
        </p:nvSpPr>
        <p:spPr>
          <a:xfrm>
            <a:off x="376238" y="1665288"/>
            <a:ext cx="8374062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264712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376239" y="2051999"/>
            <a:ext cx="8391524" cy="4069013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76239" y="1665289"/>
            <a:ext cx="8391524" cy="39211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378000" y="2177729"/>
            <a:ext cx="2662162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76237" y="1665289"/>
            <a:ext cx="2671763" cy="39211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3227388" y="2177729"/>
            <a:ext cx="2671212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3227388" y="1665289"/>
            <a:ext cx="2671211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6094797" y="2177729"/>
            <a:ext cx="2672965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094797" y="1659145"/>
            <a:ext cx="2672966" cy="3982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508164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8" y="317499"/>
            <a:ext cx="8402002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40200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376238" y="1665288"/>
            <a:ext cx="3979184" cy="4716461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4786154" y="1665288"/>
            <a:ext cx="3992086" cy="4716461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4289120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500"/>
            <a:ext cx="8391525" cy="334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376237" y="1665288"/>
            <a:ext cx="3979185" cy="4716461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1400"/>
            </a:lvl1pPr>
            <a:lvl2pPr>
              <a:tabLst>
                <a:tab pos="5029200" algn="r"/>
              </a:tabLst>
              <a:defRPr sz="1400"/>
            </a:lvl2pPr>
            <a:lvl3pPr>
              <a:tabLst>
                <a:tab pos="5029200" algn="r"/>
              </a:tabLst>
              <a:defRPr sz="1400"/>
            </a:lvl3pPr>
            <a:lvl4pPr>
              <a:tabLst>
                <a:tab pos="5029200" algn="r"/>
              </a:tabLst>
              <a:defRPr sz="1400"/>
            </a:lvl4pPr>
            <a:lvl5pPr>
              <a:tabLst>
                <a:tab pos="5029200" algn="r"/>
              </a:tabLst>
              <a:defRPr sz="14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4787999" y="1665288"/>
            <a:ext cx="3979763" cy="4716461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1400"/>
            </a:lvl1pPr>
            <a:lvl2pPr>
              <a:tabLst>
                <a:tab pos="5029200" algn="r"/>
              </a:tabLst>
              <a:defRPr sz="1400"/>
            </a:lvl2pPr>
            <a:lvl3pPr>
              <a:tabLst>
                <a:tab pos="5029200" algn="r"/>
              </a:tabLst>
              <a:defRPr sz="1400"/>
            </a:lvl3pPr>
            <a:lvl4pPr>
              <a:tabLst>
                <a:tab pos="5029200" algn="r"/>
              </a:tabLst>
              <a:defRPr sz="1400"/>
            </a:lvl4pPr>
            <a:lvl5pPr>
              <a:tabLst>
                <a:tab pos="5029200" algn="r"/>
              </a:tabLst>
              <a:defRPr sz="14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103631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2975871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1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376239" y="1665288"/>
            <a:ext cx="4016374" cy="4455725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 sz="1400"/>
            </a:lvl2pPr>
            <a:lvl3pPr>
              <a:tabLst>
                <a:tab pos="5029200" algn="r"/>
              </a:tabLst>
              <a:defRPr sz="1400"/>
            </a:lvl3pPr>
            <a:lvl4pPr>
              <a:tabLst>
                <a:tab pos="5029200" algn="r"/>
              </a:tabLst>
              <a:defRPr sz="1400"/>
            </a:lvl4pPr>
            <a:lvl5pPr>
              <a:tabLst>
                <a:tab pos="5029200" algn="r"/>
              </a:tabLst>
              <a:defRPr sz="1400"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4755915" y="2125013"/>
            <a:ext cx="4011847" cy="3996000"/>
          </a:xfr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4755917" y="1665288"/>
            <a:ext cx="4011846" cy="420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79466235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4668824" y="2125013"/>
            <a:ext cx="4114800" cy="3996000"/>
          </a:xfr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4668824" y="1665288"/>
            <a:ext cx="4011847" cy="42068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376237" y="2125013"/>
            <a:ext cx="4114800" cy="3996000"/>
          </a:xfr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76237" y="1665288"/>
            <a:ext cx="4004298" cy="420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28567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9" y="317499"/>
            <a:ext cx="8391524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376237" y="1665288"/>
            <a:ext cx="3323893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 sz="1400"/>
            </a:lvl2pPr>
            <a:lvl3pPr>
              <a:tabLst>
                <a:tab pos="5029200" algn="r"/>
              </a:tabLst>
              <a:defRPr sz="1400"/>
            </a:lvl3pPr>
            <a:lvl4pPr>
              <a:tabLst>
                <a:tab pos="5029200" algn="r"/>
              </a:tabLst>
              <a:defRPr sz="1400"/>
            </a:lvl4pPr>
            <a:lvl5pPr>
              <a:tabLst>
                <a:tab pos="5029200" algn="r"/>
              </a:tabLst>
              <a:defRPr sz="1400"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4087762" y="1700213"/>
            <a:ext cx="4680000" cy="4681537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 sz="1400"/>
            </a:lvl2pPr>
            <a:lvl3pPr>
              <a:tabLst>
                <a:tab pos="5029200" algn="r"/>
              </a:tabLst>
              <a:defRPr sz="1400"/>
            </a:lvl3pPr>
            <a:lvl4pPr>
              <a:tabLst>
                <a:tab pos="5029200" algn="r"/>
              </a:tabLst>
              <a:defRPr sz="1400"/>
            </a:lvl4pPr>
            <a:lvl5pPr>
              <a:tabLst>
                <a:tab pos="5029200" algn="r"/>
              </a:tabLst>
              <a:defRPr sz="1400"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9027477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8" y="317500"/>
            <a:ext cx="8391525" cy="334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683411" y="1658680"/>
            <a:ext cx="3084351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4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376238" y="1665288"/>
            <a:ext cx="4879761" cy="4716462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 sz="1400"/>
            </a:lvl2pPr>
            <a:lvl3pPr>
              <a:tabLst>
                <a:tab pos="5029200" algn="r"/>
              </a:tabLst>
              <a:defRPr sz="1400"/>
            </a:lvl3pPr>
            <a:lvl4pPr>
              <a:tabLst>
                <a:tab pos="5029200" algn="r"/>
              </a:tabLst>
              <a:defRPr sz="1400"/>
            </a:lvl4pPr>
            <a:lvl5pPr>
              <a:tabLst>
                <a:tab pos="5029200" algn="r"/>
              </a:tabLst>
              <a:defRPr sz="1400"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9" y="651600"/>
            <a:ext cx="8391524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019857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0"/>
            <a:ext cx="8391525" cy="3341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76237" y="1700213"/>
            <a:ext cx="2029968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2495412" y="1700213"/>
            <a:ext cx="2029968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614587" y="1700213"/>
            <a:ext cx="2029968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733763" y="1700213"/>
            <a:ext cx="2029968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6237" y="3108509"/>
            <a:ext cx="2029968" cy="3264408"/>
          </a:xfrm>
        </p:spPr>
        <p:txBody>
          <a:bodyPr/>
          <a:lstStyle>
            <a:lvl1pPr marL="0" indent="0" algn="l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tabLst>
                <a:tab pos="5029200" algn="r"/>
              </a:tabLst>
              <a:defRPr lang="en-US" sz="12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7000" indent="-127000" algn="l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 lang="en-US" sz="12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9400" indent="-127000" algn="l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lang="en-US" sz="12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127000" algn="l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 lang="en-US" sz="12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4200" indent="-127000" algn="l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lang="en-US" sz="1200" b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21995" y="3108509"/>
            <a:ext cx="2029968" cy="326440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noProof="0" smtClean="0"/>
            </a:lvl1pPr>
            <a:lvl2pPr>
              <a:defRPr lang="en-US" noProof="0" smtClean="0"/>
            </a:lvl2pPr>
            <a:lvl3pPr>
              <a:defRPr lang="en-US" b="0" noProof="0" smtClean="0"/>
            </a:lvl3pPr>
            <a:lvl4pPr>
              <a:defRPr lang="en-US" b="0" noProof="0" smtClean="0"/>
            </a:lvl4pPr>
            <a:lvl5pPr>
              <a:defRPr lang="en-US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 dirty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 dirty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 dirty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 dirty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 dirty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499116" y="3108509"/>
            <a:ext cx="2029968" cy="326440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noProof="0" dirty="0" smtClean="0"/>
            </a:lvl1pPr>
            <a:lvl2pPr>
              <a:defRPr lang="en-US" noProof="0" dirty="0" smtClean="0"/>
            </a:lvl2pPr>
            <a:lvl3pPr>
              <a:defRPr lang="en-US" b="0" noProof="0" dirty="0" smtClean="0"/>
            </a:lvl3pPr>
            <a:lvl4pPr>
              <a:defRPr lang="en-US" b="0" noProof="0" dirty="0" smtClean="0"/>
            </a:lvl4pPr>
            <a:lvl5pPr>
              <a:defRPr lang="en-US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 dirty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 dirty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 dirty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 dirty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 dirty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744875" y="3108509"/>
            <a:ext cx="2029968" cy="326440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noProof="0" smtClean="0"/>
            </a:lvl1pPr>
            <a:lvl2pPr>
              <a:defRPr lang="en-US" noProof="0" smtClean="0"/>
            </a:lvl2pPr>
            <a:lvl3pPr>
              <a:defRPr lang="en-US" b="0" noProof="0" smtClean="0"/>
            </a:lvl3pPr>
            <a:lvl4pPr>
              <a:defRPr lang="en-US" b="0" noProof="0" smtClean="0"/>
            </a:lvl4pPr>
            <a:lvl5pPr>
              <a:defRPr lang="en-US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 dirty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 dirty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 dirty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 dirty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 dirty="0"/>
              <a:t>Fifth level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76237" y="651600"/>
            <a:ext cx="8391526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3032526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0"/>
            <a:ext cx="8391525" cy="3341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78000" y="1707173"/>
            <a:ext cx="4122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68064" y="1700213"/>
            <a:ext cx="41063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78000" y="4065173"/>
            <a:ext cx="4122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4668064" y="4065173"/>
            <a:ext cx="41063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378000" y="1880213"/>
            <a:ext cx="1476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4668064" y="1880213"/>
            <a:ext cx="1476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378000" y="4256213"/>
            <a:ext cx="1476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4668064" y="4256213"/>
            <a:ext cx="1476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012612" y="1880213"/>
            <a:ext cx="2466000" cy="1944000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lang="en-US" sz="1200" b="1" noProof="0" dirty="0" smtClean="0"/>
            </a:lvl1pPr>
            <a:lvl2pPr marL="0" indent="0" algn="l">
              <a:spcAft>
                <a:spcPts val="0"/>
              </a:spcAft>
              <a:buClrTx/>
              <a:buSzPct val="100000"/>
              <a:buFontTx/>
              <a:buNone/>
              <a:defRPr lang="en-US" sz="1000" noProof="0" dirty="0" smtClean="0"/>
            </a:lvl2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 dirty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 dirty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297420" y="1880213"/>
            <a:ext cx="2468880" cy="1944000"/>
          </a:xfrm>
        </p:spPr>
        <p:txBody>
          <a:bodyPr vert="horz" lIns="0" tIns="0" rIns="0" bIns="0" rtlCol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Tx/>
              <a:tabLst>
                <a:tab pos="5029200" algn="r"/>
              </a:tabLst>
              <a:defRPr lang="en-US" sz="1200" b="1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  <a:tabLst>
                <a:tab pos="5029200" algn="r"/>
              </a:tabLst>
              <a:defRPr lang="en-US" sz="1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 dirty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012612" y="4256213"/>
            <a:ext cx="2466000" cy="1944000"/>
          </a:xfrm>
        </p:spPr>
        <p:txBody>
          <a:bodyPr vert="horz" lIns="0" tIns="0" rIns="0" bIns="0" rtlCol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tabLst>
                <a:tab pos="5029200" algn="r"/>
              </a:tabLst>
              <a:defRPr lang="en-US" sz="1200" b="1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  <a:tabLst>
                <a:tab pos="5029200" algn="r"/>
              </a:tabLst>
              <a:defRPr lang="en-US" sz="1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 dirty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7420" y="4256213"/>
            <a:ext cx="2468880" cy="1944000"/>
          </a:xfrm>
        </p:spPr>
        <p:txBody>
          <a:bodyPr vert="horz" lIns="0" tIns="0" rIns="0" bIns="0" rtlCol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tabLst>
                <a:tab pos="5029200" algn="r"/>
              </a:tabLst>
              <a:defRPr lang="en-US" sz="1200" b="1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  <a:tabLst>
                <a:tab pos="5029200" algn="r"/>
              </a:tabLst>
              <a:defRPr lang="en-US" sz="10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 dirty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 dirty="0"/>
              <a:t>Second level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05043249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3340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6238" y="1700213"/>
            <a:ext cx="2743200" cy="1971675"/>
          </a:xfrm>
        </p:spPr>
        <p:txBody>
          <a:bodyPr/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30199" y="1700213"/>
            <a:ext cx="2743200" cy="1971675"/>
          </a:xfrm>
        </p:spPr>
        <p:txBody>
          <a:bodyPr/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203218" y="1700213"/>
            <a:ext cx="2743200" cy="1971675"/>
          </a:xfrm>
        </p:spPr>
        <p:txBody>
          <a:bodyPr/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376238" y="3832225"/>
            <a:ext cx="27432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27000" indent="-1270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2794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31800" indent="-1270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5842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3203219" y="3832225"/>
            <a:ext cx="27432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6030199" y="3832225"/>
            <a:ext cx="27432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95560946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8195933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8000" y="1857892"/>
            <a:ext cx="4096512" cy="169545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b="0" noProof="0" dirty="0" smtClean="0"/>
            </a:lvl3pPr>
            <a:lvl4pPr>
              <a:defRPr lang="en-US" b="0" noProof="0" dirty="0" smtClean="0"/>
            </a:lvl4pPr>
            <a:lvl5pPr>
              <a:defRPr lang="en-US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4684645" y="1857892"/>
            <a:ext cx="4096512" cy="169545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b="0" noProof="0" dirty="0" smtClean="0"/>
            </a:lvl3pPr>
            <a:lvl4pPr>
              <a:defRPr lang="en-US" b="0" noProof="0" dirty="0" smtClean="0"/>
            </a:lvl4pPr>
            <a:lvl5pPr>
              <a:defRPr lang="en-US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3340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78000" y="1705378"/>
            <a:ext cx="41001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84646" y="1705378"/>
            <a:ext cx="4089718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3577118" y="1863916"/>
            <a:ext cx="907655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7818462" y="1857892"/>
            <a:ext cx="93312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39408974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81960" y="1857892"/>
            <a:ext cx="4096512" cy="169545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b="0" noProof="0" dirty="0" smtClean="0"/>
            </a:lvl3pPr>
            <a:lvl4pPr>
              <a:defRPr lang="en-US" b="0" noProof="0" dirty="0" smtClean="0"/>
            </a:lvl4pPr>
            <a:lvl5pPr>
              <a:defRPr lang="en-US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4684646" y="1857892"/>
            <a:ext cx="4096512" cy="169545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b="0" noProof="0" dirty="0" smtClean="0"/>
            </a:lvl3pPr>
            <a:lvl4pPr>
              <a:defRPr lang="en-US" b="0" noProof="0" dirty="0" smtClean="0"/>
            </a:lvl4pPr>
            <a:lvl5pPr>
              <a:defRPr lang="en-US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3340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81960" y="1705378"/>
            <a:ext cx="4096512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84646" y="1705378"/>
            <a:ext cx="4096512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7848037" y="1857892"/>
            <a:ext cx="93312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381960" y="4249682"/>
            <a:ext cx="4096512" cy="169545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b="0" noProof="0" dirty="0" smtClean="0"/>
            </a:lvl3pPr>
            <a:lvl4pPr>
              <a:defRPr lang="en-US" b="0" noProof="0" dirty="0" smtClean="0"/>
            </a:lvl4pPr>
            <a:lvl5pPr>
              <a:defRPr lang="en-US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4684646" y="4249682"/>
            <a:ext cx="4096512" cy="169545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smtClean="0"/>
            </a:lvl1pPr>
            <a:lvl2pPr>
              <a:defRPr lang="en-US" noProof="0" smtClean="0"/>
            </a:lvl2pPr>
            <a:lvl3pPr>
              <a:defRPr lang="en-US" b="0" noProof="0" smtClean="0"/>
            </a:lvl3pPr>
            <a:lvl4pPr>
              <a:defRPr lang="en-US" b="0" noProof="0" smtClean="0"/>
            </a:lvl4pPr>
            <a:lvl5pPr>
              <a:defRPr lang="en-US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381960" y="4103518"/>
            <a:ext cx="4096512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4684646" y="4103518"/>
            <a:ext cx="4096512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3548936" y="4255706"/>
            <a:ext cx="929536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7848038" y="4249682"/>
            <a:ext cx="933120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98126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3570817" y="1863916"/>
            <a:ext cx="907655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7561385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3340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245467" y="1705968"/>
            <a:ext cx="2660904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78000" y="1700213"/>
            <a:ext cx="2660904" cy="59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112933" y="1705968"/>
            <a:ext cx="2660904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245467" y="1851441"/>
            <a:ext cx="2660904" cy="3845754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b="0" noProof="0" dirty="0" smtClean="0"/>
            </a:lvl3pPr>
            <a:lvl4pPr>
              <a:defRPr lang="en-US" b="0" noProof="0" dirty="0" smtClean="0"/>
            </a:lvl4pPr>
            <a:lvl5pPr>
              <a:defRPr lang="en-US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78000" y="1851441"/>
            <a:ext cx="2660904" cy="3845754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b="0" noProof="0" dirty="0" smtClean="0"/>
            </a:lvl3pPr>
            <a:lvl4pPr>
              <a:defRPr lang="en-US" b="0" noProof="0" dirty="0" smtClean="0"/>
            </a:lvl4pPr>
            <a:lvl5pPr>
              <a:defRPr lang="en-US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6112933" y="1851441"/>
            <a:ext cx="2660904" cy="3845754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dirty="0" smtClean="0"/>
            </a:lvl1pPr>
            <a:lvl2pPr>
              <a:defRPr lang="en-US" noProof="0" dirty="0" smtClean="0"/>
            </a:lvl2pPr>
            <a:lvl3pPr>
              <a:defRPr lang="en-US" b="0" noProof="0" dirty="0" smtClean="0"/>
            </a:lvl3pPr>
            <a:lvl4pPr>
              <a:defRPr lang="en-US" b="0" noProof="0" dirty="0" smtClean="0"/>
            </a:lvl4pPr>
            <a:lvl5pPr>
              <a:defRPr lang="en-US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651600"/>
            <a:ext cx="837176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735867472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8" y="317501"/>
            <a:ext cx="8391525" cy="3340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8000" y="2556000"/>
            <a:ext cx="1944000" cy="339480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dirty="0" smtClean="0"/>
            </a:lvl1pPr>
            <a:lvl2pPr>
              <a:defRPr lang="en-US" sz="1400" noProof="0" dirty="0" smtClean="0"/>
            </a:lvl2pPr>
            <a:lvl3pPr>
              <a:defRPr lang="en-US" sz="1400" b="0" noProof="0" dirty="0" smtClean="0"/>
            </a:lvl3pPr>
            <a:lvl4pPr>
              <a:defRPr lang="en-US" sz="1400" b="0" noProof="0" dirty="0" smtClean="0"/>
            </a:lvl4pPr>
            <a:lvl5pPr>
              <a:defRPr lang="en-US" sz="1400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 dirty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 dirty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 dirty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 dirty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 dirty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822627" y="2556000"/>
            <a:ext cx="1944000" cy="339480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dirty="0" smtClean="0"/>
            </a:lvl1pPr>
            <a:lvl2pPr>
              <a:defRPr lang="en-US" sz="1400" noProof="0" dirty="0" smtClean="0"/>
            </a:lvl2pPr>
            <a:lvl3pPr>
              <a:defRPr lang="en-US" sz="1400" b="0" noProof="0" dirty="0" smtClean="0"/>
            </a:lvl3pPr>
            <a:lvl4pPr>
              <a:defRPr lang="en-US" sz="1400" b="0" noProof="0" dirty="0" smtClean="0"/>
            </a:lvl4pPr>
            <a:lvl5pPr>
              <a:defRPr lang="en-US" sz="1400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 dirty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 dirty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 dirty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 dirty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 dirty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526209" y="2556000"/>
            <a:ext cx="1944000" cy="339480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dirty="0" smtClean="0"/>
            </a:lvl1pPr>
            <a:lvl2pPr>
              <a:defRPr lang="en-US" sz="1400" noProof="0" dirty="0" smtClean="0"/>
            </a:lvl2pPr>
            <a:lvl3pPr>
              <a:defRPr lang="en-US" sz="1400" b="0" noProof="0" dirty="0" smtClean="0"/>
            </a:lvl3pPr>
            <a:lvl4pPr>
              <a:defRPr lang="en-US" sz="1400" b="0" noProof="0" dirty="0" smtClean="0"/>
            </a:lvl4pPr>
            <a:lvl5pPr>
              <a:defRPr lang="en-US" sz="1400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 dirty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 dirty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 dirty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 dirty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 dirty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674418" y="2556000"/>
            <a:ext cx="1944000" cy="339480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dirty="0" smtClean="0"/>
            </a:lvl1pPr>
            <a:lvl2pPr>
              <a:defRPr lang="en-US" sz="1400" noProof="0" dirty="0" smtClean="0"/>
            </a:lvl2pPr>
            <a:lvl3pPr>
              <a:defRPr lang="en-US" sz="1400" b="0" noProof="0" dirty="0" smtClean="0"/>
            </a:lvl3pPr>
            <a:lvl4pPr>
              <a:defRPr lang="en-US" sz="1400" b="0" noProof="0" dirty="0" smtClean="0"/>
            </a:lvl4pPr>
            <a:lvl5pPr>
              <a:defRPr lang="en-US" sz="1400" b="0" noProof="0" dirty="0"/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 dirty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 dirty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 dirty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 dirty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 dirty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12430734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7" y="317500"/>
            <a:ext cx="8391526" cy="3701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78000" y="2556000"/>
            <a:ext cx="1944000" cy="339480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smtClean="0">
                <a:solidFill>
                  <a:schemeClr val="bg1"/>
                </a:solidFill>
              </a:defRPr>
            </a:lvl1pPr>
            <a:lvl2pPr>
              <a:defRPr lang="en-US" noProof="0" smtClean="0">
                <a:solidFill>
                  <a:schemeClr val="bg1"/>
                </a:solidFill>
              </a:defRPr>
            </a:lvl2pPr>
            <a:lvl3pPr>
              <a:defRPr lang="en-US" b="0" noProof="0" smtClean="0">
                <a:solidFill>
                  <a:schemeClr val="bg1"/>
                </a:solidFill>
              </a:defRPr>
            </a:lvl3pPr>
            <a:lvl4pPr>
              <a:defRPr lang="en-US" b="0" noProof="0" smtClean="0">
                <a:solidFill>
                  <a:schemeClr val="bg1"/>
                </a:solidFill>
              </a:defRPr>
            </a:lvl4pPr>
            <a:lvl5pPr>
              <a:defRPr lang="en-US" b="0" noProof="0" dirty="0">
                <a:solidFill>
                  <a:schemeClr val="bg1"/>
                </a:solidFill>
              </a:defRPr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825564" y="2556000"/>
            <a:ext cx="1944000" cy="339480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smtClean="0">
                <a:solidFill>
                  <a:schemeClr val="bg1"/>
                </a:solidFill>
              </a:defRPr>
            </a:lvl1pPr>
            <a:lvl2pPr>
              <a:defRPr lang="en-US" noProof="0" smtClean="0">
                <a:solidFill>
                  <a:schemeClr val="bg1"/>
                </a:solidFill>
              </a:defRPr>
            </a:lvl2pPr>
            <a:lvl3pPr>
              <a:defRPr lang="en-US" b="0" noProof="0" smtClean="0">
                <a:solidFill>
                  <a:schemeClr val="bg1"/>
                </a:solidFill>
              </a:defRPr>
            </a:lvl3pPr>
            <a:lvl4pPr>
              <a:defRPr lang="en-US" b="0" noProof="0" smtClean="0">
                <a:solidFill>
                  <a:schemeClr val="bg1"/>
                </a:solidFill>
              </a:defRPr>
            </a:lvl4pPr>
            <a:lvl5pPr>
              <a:defRPr lang="en-US" b="0" noProof="0" dirty="0">
                <a:solidFill>
                  <a:schemeClr val="bg1"/>
                </a:solidFill>
              </a:defRPr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527188" y="2556000"/>
            <a:ext cx="1944000" cy="339480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smtClean="0">
                <a:solidFill>
                  <a:schemeClr val="bg1"/>
                </a:solidFill>
              </a:defRPr>
            </a:lvl1pPr>
            <a:lvl2pPr>
              <a:defRPr lang="en-US" noProof="0" smtClean="0">
                <a:solidFill>
                  <a:schemeClr val="bg1"/>
                </a:solidFill>
              </a:defRPr>
            </a:lvl2pPr>
            <a:lvl3pPr>
              <a:defRPr lang="en-US" b="0" noProof="0" smtClean="0">
                <a:solidFill>
                  <a:schemeClr val="bg1"/>
                </a:solidFill>
              </a:defRPr>
            </a:lvl3pPr>
            <a:lvl4pPr>
              <a:defRPr lang="en-US" b="0" noProof="0" smtClean="0">
                <a:solidFill>
                  <a:schemeClr val="bg1"/>
                </a:solidFill>
              </a:defRPr>
            </a:lvl4pPr>
            <a:lvl5pPr>
              <a:defRPr lang="en-US" b="0" noProof="0" dirty="0">
                <a:solidFill>
                  <a:schemeClr val="bg1"/>
                </a:solidFill>
              </a:defRPr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676376" y="2556000"/>
            <a:ext cx="1944000" cy="3394800"/>
          </a:xfrm>
        </p:spPr>
        <p:txBody>
          <a:bodyPr vert="horz" lIns="0" tIns="0" rIns="0" bIns="0" rtlCol="0">
            <a:noAutofit/>
          </a:bodyPr>
          <a:lstStyle>
            <a:lvl1pPr>
              <a:defRPr lang="en-US" noProof="0" smtClean="0">
                <a:solidFill>
                  <a:schemeClr val="bg1"/>
                </a:solidFill>
              </a:defRPr>
            </a:lvl1pPr>
            <a:lvl2pPr>
              <a:defRPr lang="en-US" noProof="0" smtClean="0">
                <a:solidFill>
                  <a:schemeClr val="bg1"/>
                </a:solidFill>
              </a:defRPr>
            </a:lvl2pPr>
            <a:lvl3pPr>
              <a:defRPr lang="en-US" b="0" noProof="0" smtClean="0">
                <a:solidFill>
                  <a:schemeClr val="bg1"/>
                </a:solidFill>
              </a:defRPr>
            </a:lvl3pPr>
            <a:lvl4pPr>
              <a:defRPr lang="en-US" b="0" noProof="0" smtClean="0">
                <a:solidFill>
                  <a:schemeClr val="bg1"/>
                </a:solidFill>
              </a:defRPr>
            </a:lvl4pPr>
            <a:lvl5pPr>
              <a:defRPr lang="en-US" b="0" noProof="0" dirty="0">
                <a:solidFill>
                  <a:schemeClr val="bg1"/>
                </a:solidFill>
              </a:defRPr>
            </a:lvl5pPr>
          </a:lstStyle>
          <a:p>
            <a:pPr lvl="0">
              <a:buFontTx/>
              <a:tabLst>
                <a:tab pos="5029200" algn="r"/>
              </a:tabLst>
            </a:pPr>
            <a:r>
              <a:rPr lang="en-US" noProof="0" dirty="0"/>
              <a:t>Click to edit Master text styles</a:t>
            </a:r>
          </a:p>
          <a:p>
            <a:pPr lvl="1">
              <a:buFontTx/>
              <a:tabLst>
                <a:tab pos="5029200" algn="r"/>
              </a:tabLst>
            </a:pPr>
            <a:r>
              <a:rPr lang="en-US" noProof="0" dirty="0"/>
              <a:t>Second level</a:t>
            </a:r>
          </a:p>
          <a:p>
            <a:pPr lvl="2">
              <a:buFontTx/>
              <a:tabLst>
                <a:tab pos="5029200" algn="r"/>
              </a:tabLst>
            </a:pPr>
            <a:r>
              <a:rPr lang="en-US" noProof="0" dirty="0"/>
              <a:t>Third level</a:t>
            </a:r>
          </a:p>
          <a:p>
            <a:pPr lvl="3">
              <a:buFontTx/>
              <a:tabLst>
                <a:tab pos="5029200" algn="r"/>
              </a:tabLst>
            </a:pPr>
            <a:r>
              <a:rPr lang="en-US" noProof="0" dirty="0"/>
              <a:t>Fourth level</a:t>
            </a:r>
          </a:p>
          <a:p>
            <a:pPr lvl="4">
              <a:buFontTx/>
              <a:tabLst>
                <a:tab pos="5029200" algn="r"/>
              </a:tabLst>
            </a:pPr>
            <a:r>
              <a:rPr lang="en-US" noProof="0" dirty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87694"/>
            <a:ext cx="8391526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3" name="CaseCode"/>
          <p:cNvSpPr txBox="1"/>
          <p:nvPr userDrawn="1"/>
        </p:nvSpPr>
        <p:spPr>
          <a:xfrm>
            <a:off x="4751388" y="6477000"/>
            <a:ext cx="367242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4" name="Copyright"/>
          <p:cNvSpPr txBox="1"/>
          <p:nvPr userDrawn="1"/>
        </p:nvSpPr>
        <p:spPr>
          <a:xfrm>
            <a:off x="376236" y="6476999"/>
            <a:ext cx="4016376" cy="201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Copyright © 2016 Deloitte Development LLC.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536782" y="6477000"/>
            <a:ext cx="230981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37087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6237" y="651600"/>
            <a:ext cx="8391525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76237" y="317499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376237" y="1665288"/>
            <a:ext cx="4195763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7089491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2278702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393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76238" y="6099974"/>
            <a:ext cx="7506121" cy="37702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r>
              <a:rPr lang="en-US" sz="650" dirty="0">
                <a:solidFill>
                  <a:schemeClr val="tx1"/>
                </a:solidFill>
                <a:cs typeface="Arial" panose="020B0604020202020204" pitchFamily="34" charset="0"/>
              </a:rPr>
              <a:t>As used in this document, “Deloitte” means Deloitte Consulting LLP, a subsidiary of Deloitte LLP. Please see www.deloitte.com/us/about for a detailed description </a:t>
            </a:r>
            <a:br>
              <a:rPr lang="en-US" sz="650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650" dirty="0">
                <a:solidFill>
                  <a:schemeClr val="tx1"/>
                </a:solidFill>
                <a:cs typeface="Arial" panose="020B0604020202020204" pitchFamily="34" charset="0"/>
              </a:rPr>
              <a:t>of the legal structure of Deloitte LLP and its subsidiaries. Certain services may not be available to attest clients under the rules and regulations of public accounting.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en-US" sz="650" dirty="0">
                <a:solidFill>
                  <a:schemeClr val="tx1"/>
                </a:solidFill>
                <a:cs typeface="Arial" panose="020B0604020202020204" pitchFamily="34" charset="0"/>
              </a:rPr>
              <a:t>Copyright © 2016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8444240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19125" y="2552589"/>
            <a:ext cx="7905750" cy="1592403"/>
          </a:xfrm>
        </p:spPr>
        <p:txBody>
          <a:bodyPr anchor="ctr"/>
          <a:lstStyle>
            <a:lvl1pPr algn="ctr">
              <a:lnSpc>
                <a:spcPct val="95000"/>
              </a:lnSpc>
              <a:defRPr sz="3600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20947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gray">
          <a:xfrm>
            <a:off x="585788" y="774700"/>
            <a:ext cx="7972425" cy="4795838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90000" rIns="90000" bIns="90000" anchor="ctr"/>
          <a:lstStyle/>
          <a:p>
            <a:pPr marL="119063" indent="-119063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 sz="1100" b="1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5" name="Picture 5" descr="LLP logo with big space copy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" t="1778" b="59770"/>
          <a:stretch>
            <a:fillRect/>
          </a:stretch>
        </p:blipFill>
        <p:spPr bwMode="gray">
          <a:xfrm>
            <a:off x="895350" y="6026150"/>
            <a:ext cx="14446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/>
          <p:cNvSpPr txBox="1">
            <a:spLocks noChangeArrowheads="1"/>
          </p:cNvSpPr>
          <p:nvPr/>
        </p:nvSpPr>
        <p:spPr bwMode="gray">
          <a:xfrm>
            <a:off x="892175" y="4756150"/>
            <a:ext cx="1585913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0000"/>
                </a:solidFill>
              </a:rPr>
              <a:t>Deloitte Consulting LLP</a:t>
            </a:r>
          </a:p>
        </p:txBody>
      </p:sp>
      <p:sp>
        <p:nvSpPr>
          <p:cNvPr id="3700739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892175" y="2581275"/>
            <a:ext cx="6581775" cy="549275"/>
          </a:xfrm>
        </p:spPr>
        <p:txBody>
          <a:bodyPr/>
          <a:lstStyle>
            <a:lvl1pPr>
              <a:lnSpc>
                <a:spcPts val="2200"/>
              </a:lnSpc>
              <a:spcBef>
                <a:spcPct val="100000"/>
              </a:spcBef>
              <a:buClr>
                <a:schemeClr val="tx2"/>
              </a:buClr>
              <a:buSzPct val="85000"/>
              <a:buFont typeface="Wingdings" pitchFamily="2" charset="2"/>
              <a:buNone/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00740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92175" y="3402013"/>
            <a:ext cx="6583363" cy="439737"/>
          </a:xfrm>
          <a:ln/>
        </p:spPr>
        <p:txBody>
          <a:bodyPr/>
          <a:lstStyle>
            <a:lvl1pPr>
              <a:lnSpc>
                <a:spcPts val="1600"/>
              </a:lnSpc>
              <a:spcBef>
                <a:spcPct val="15000"/>
              </a:spcBef>
              <a:buClrTx/>
              <a:buNone/>
              <a:defRPr sz="1400" b="1"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4603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gray">
          <a:xfrm>
            <a:off x="1741488" y="2365375"/>
            <a:ext cx="5634037" cy="248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3152" rIns="0" bIns="73152"/>
          <a:lstStyle>
            <a:lvl1pPr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lnSpc>
                <a:spcPct val="106000"/>
              </a:lnSpc>
              <a:spcBef>
                <a:spcPct val="8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itchFamily="2" charset="2"/>
              <a:buNone/>
            </a:pP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gray">
          <a:xfrm>
            <a:off x="2478088" y="2136775"/>
            <a:ext cx="4167187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 anchor="b" anchorCtr="1"/>
          <a:lstStyle/>
          <a:p>
            <a:pPr algn="ctr" eaLnBrk="0" fontAlgn="base" hangingPunct="0">
              <a:lnSpc>
                <a:spcPct val="106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2889504" y="3081528"/>
            <a:ext cx="3346704" cy="256032"/>
          </a:xfrm>
          <a:solidFill>
            <a:schemeClr val="bg1"/>
          </a:solidFill>
        </p:spPr>
        <p:txBody>
          <a:bodyPr lIns="73152" rIns="73152" anchor="ctr" anchorCtr="1"/>
          <a:lstStyle>
            <a:lvl1pPr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91842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gray">
          <a:xfrm>
            <a:off x="585788" y="774700"/>
            <a:ext cx="7972425" cy="4795838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90000" rIns="90000" bIns="90000" anchor="ctr"/>
          <a:lstStyle/>
          <a:p>
            <a:pPr marL="119063" indent="-119063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 sz="1100" b="1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5" name="Picture 5" descr="LLP logo with big space copy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" t="1778" b="59770"/>
          <a:stretch>
            <a:fillRect/>
          </a:stretch>
        </p:blipFill>
        <p:spPr bwMode="gray">
          <a:xfrm>
            <a:off x="895350" y="6026150"/>
            <a:ext cx="14446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/>
          <p:cNvSpPr txBox="1">
            <a:spLocks noChangeArrowheads="1"/>
          </p:cNvSpPr>
          <p:nvPr/>
        </p:nvSpPr>
        <p:spPr bwMode="gray">
          <a:xfrm>
            <a:off x="892175" y="4756150"/>
            <a:ext cx="1585913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0000"/>
                </a:solidFill>
              </a:rPr>
              <a:t>Deloitte Consulting LLP</a:t>
            </a:r>
          </a:p>
        </p:txBody>
      </p:sp>
      <p:sp>
        <p:nvSpPr>
          <p:cNvPr id="3700739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892175" y="2581275"/>
            <a:ext cx="6581775" cy="549275"/>
          </a:xfrm>
        </p:spPr>
        <p:txBody>
          <a:bodyPr/>
          <a:lstStyle>
            <a:lvl1pPr>
              <a:lnSpc>
                <a:spcPts val="2200"/>
              </a:lnSpc>
              <a:spcBef>
                <a:spcPct val="100000"/>
              </a:spcBef>
              <a:buClr>
                <a:schemeClr val="tx2"/>
              </a:buClr>
              <a:buSzPct val="85000"/>
              <a:buFont typeface="Wingdings" pitchFamily="2" charset="2"/>
              <a:buNone/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00740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92175" y="3402013"/>
            <a:ext cx="6583363" cy="439737"/>
          </a:xfrm>
          <a:ln/>
        </p:spPr>
        <p:txBody>
          <a:bodyPr/>
          <a:lstStyle>
            <a:lvl1pPr>
              <a:lnSpc>
                <a:spcPts val="1600"/>
              </a:lnSpc>
              <a:spcBef>
                <a:spcPct val="15000"/>
              </a:spcBef>
              <a:buClrTx/>
              <a:buNone/>
              <a:defRPr sz="1400" b="1"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2042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gray">
          <a:xfrm>
            <a:off x="1741488" y="2365375"/>
            <a:ext cx="5634037" cy="248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3152" rIns="0" bIns="73152"/>
          <a:lstStyle>
            <a:lvl1pPr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lnSpc>
                <a:spcPct val="106000"/>
              </a:lnSpc>
              <a:spcBef>
                <a:spcPct val="8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itchFamily="2" charset="2"/>
              <a:buNone/>
            </a:pP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gray">
          <a:xfrm>
            <a:off x="2478088" y="2136775"/>
            <a:ext cx="4167187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 anchor="b" anchorCtr="1"/>
          <a:lstStyle/>
          <a:p>
            <a:pPr algn="ctr" eaLnBrk="0" fontAlgn="base" hangingPunct="0">
              <a:lnSpc>
                <a:spcPct val="106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2889504" y="3081528"/>
            <a:ext cx="3346704" cy="256032"/>
          </a:xfrm>
          <a:solidFill>
            <a:schemeClr val="bg1"/>
          </a:solidFill>
        </p:spPr>
        <p:txBody>
          <a:bodyPr lIns="73152" rIns="73152" anchor="ctr" anchorCtr="1"/>
          <a:lstStyle>
            <a:lvl1pPr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76671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Title Placeholder 1"/>
          <p:cNvSpPr>
            <a:spLocks noGrp="1"/>
          </p:cNvSpPr>
          <p:nvPr>
            <p:ph type="ctrTitle"/>
          </p:nvPr>
        </p:nvSpPr>
        <p:spPr bwMode="auto">
          <a:xfrm>
            <a:off x="414338" y="2154240"/>
            <a:ext cx="8147051" cy="927526"/>
          </a:xfrm>
        </p:spPr>
        <p:txBody>
          <a:bodyPr/>
          <a:lstStyle>
            <a:lvl1pPr>
              <a:lnSpc>
                <a:spcPct val="85000"/>
              </a:lnSpc>
              <a:defRPr sz="3545" b="0">
                <a:solidFill>
                  <a:schemeClr val="bg2"/>
                </a:solidFill>
                <a:latin typeface="Times New Roman" pitchFamily="18" charset="0"/>
                <a:cs typeface="Arial" charset="0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25635" name="Text Placeholder 2"/>
          <p:cNvSpPr>
            <a:spLocks noGrp="1"/>
          </p:cNvSpPr>
          <p:nvPr>
            <p:ph type="subTitle" idx="1"/>
          </p:nvPr>
        </p:nvSpPr>
        <p:spPr bwMode="auto">
          <a:xfrm>
            <a:off x="414338" y="3689352"/>
            <a:ext cx="8147051" cy="335757"/>
          </a:xfrm>
        </p:spPr>
        <p:txBody>
          <a:bodyPr/>
          <a:lstStyle>
            <a:lvl1pPr>
              <a:defRPr sz="2182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48798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957" y="468547"/>
            <a:ext cx="7003676" cy="332399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957" y="1625240"/>
            <a:ext cx="7003676" cy="1897955"/>
          </a:xfrm>
        </p:spPr>
        <p:txBody>
          <a:bodyPr/>
          <a:lstStyle>
            <a:lvl1pPr>
              <a:spcBef>
                <a:spcPts val="1023"/>
              </a:spcBef>
              <a:defRPr sz="1800" b="1"/>
            </a:lvl1pPr>
            <a:lvl2pPr>
              <a:spcBef>
                <a:spcPts val="1023"/>
              </a:spcBef>
              <a:defRPr sz="1800"/>
            </a:lvl2pPr>
            <a:lvl3pPr>
              <a:spcBef>
                <a:spcPts val="1023"/>
              </a:spcBef>
              <a:defRPr sz="1800"/>
            </a:lvl3pPr>
            <a:lvl4pPr>
              <a:spcBef>
                <a:spcPts val="1023"/>
              </a:spcBef>
              <a:defRPr sz="1800"/>
            </a:lvl4pPr>
            <a:lvl5pPr>
              <a:spcBef>
                <a:spcPts val="1023"/>
              </a:spcBef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1686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4">
          <p15:clr>
            <a:srgbClr val="FBAE40"/>
          </p15:clr>
        </p15:guide>
        <p15:guide id="2" orient="horz" pos="288">
          <p15:clr>
            <a:srgbClr val="FBAE40"/>
          </p15:clr>
        </p15:guide>
        <p15:guide id="3" orient="horz" pos="1008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377732"/>
          </a:xfrm>
        </p:spPr>
        <p:txBody>
          <a:bodyPr anchor="t"/>
          <a:lstStyle>
            <a:lvl1pPr algn="l">
              <a:defRPr sz="27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197063"/>
            <a:ext cx="7772400" cy="209848"/>
          </a:xfrm>
        </p:spPr>
        <p:txBody>
          <a:bodyPr anchor="b"/>
          <a:lstStyle>
            <a:lvl1pPr marL="0" indent="0">
              <a:buNone/>
              <a:defRPr sz="1364"/>
            </a:lvl1pPr>
            <a:lvl2pPr marL="311220" indent="0">
              <a:buNone/>
              <a:defRPr sz="1227"/>
            </a:lvl2pPr>
            <a:lvl3pPr marL="622438" indent="0">
              <a:buNone/>
              <a:defRPr sz="1091"/>
            </a:lvl3pPr>
            <a:lvl4pPr marL="933659" indent="0">
              <a:buNone/>
              <a:defRPr sz="955"/>
            </a:lvl4pPr>
            <a:lvl5pPr marL="1244879" indent="0">
              <a:buNone/>
              <a:defRPr sz="955"/>
            </a:lvl5pPr>
            <a:lvl6pPr marL="1556095" indent="0">
              <a:buNone/>
              <a:defRPr sz="955"/>
            </a:lvl6pPr>
            <a:lvl7pPr marL="1867319" indent="0">
              <a:buNone/>
              <a:defRPr sz="955"/>
            </a:lvl7pPr>
            <a:lvl8pPr marL="2178536" indent="0">
              <a:buNone/>
              <a:defRPr sz="955"/>
            </a:lvl8pPr>
            <a:lvl9pPr marL="2489756" indent="0">
              <a:buNone/>
              <a:defRPr sz="9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41541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349" y="1397000"/>
            <a:ext cx="4086225" cy="1300997"/>
          </a:xfrm>
        </p:spPr>
        <p:txBody>
          <a:bodyPr/>
          <a:lstStyle>
            <a:lvl1pPr>
              <a:defRPr sz="1909"/>
            </a:lvl1pPr>
            <a:lvl2pPr>
              <a:defRPr sz="1636"/>
            </a:lvl2pPr>
            <a:lvl3pPr>
              <a:defRPr sz="1364"/>
            </a:lvl3pPr>
            <a:lvl4pPr>
              <a:defRPr sz="1227"/>
            </a:lvl4pPr>
            <a:lvl5pPr>
              <a:defRPr sz="1227"/>
            </a:lvl5pPr>
            <a:lvl6pPr>
              <a:defRPr sz="1227"/>
            </a:lvl6pPr>
            <a:lvl7pPr>
              <a:defRPr sz="1227"/>
            </a:lvl7pPr>
            <a:lvl8pPr>
              <a:defRPr sz="1227"/>
            </a:lvl8pPr>
            <a:lvl9pPr>
              <a:defRPr sz="12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963" y="1397000"/>
            <a:ext cx="4087812" cy="1300997"/>
          </a:xfrm>
        </p:spPr>
        <p:txBody>
          <a:bodyPr/>
          <a:lstStyle>
            <a:lvl1pPr>
              <a:defRPr sz="1909"/>
            </a:lvl1pPr>
            <a:lvl2pPr>
              <a:defRPr sz="1636"/>
            </a:lvl2pPr>
            <a:lvl3pPr>
              <a:defRPr sz="1364"/>
            </a:lvl3pPr>
            <a:lvl4pPr>
              <a:defRPr sz="1227"/>
            </a:lvl4pPr>
            <a:lvl5pPr>
              <a:defRPr sz="1227"/>
            </a:lvl5pPr>
            <a:lvl6pPr>
              <a:defRPr sz="1227"/>
            </a:lvl6pPr>
            <a:lvl7pPr>
              <a:defRPr sz="1227"/>
            </a:lvl7pPr>
            <a:lvl8pPr>
              <a:defRPr sz="1227"/>
            </a:lvl8pPr>
            <a:lvl9pPr>
              <a:defRPr sz="12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29684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4638"/>
            <a:ext cx="8229600" cy="22663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23150"/>
            <a:ext cx="4040188" cy="251736"/>
          </a:xfrm>
        </p:spPr>
        <p:txBody>
          <a:bodyPr anchor="b"/>
          <a:lstStyle>
            <a:lvl1pPr marL="0" indent="0">
              <a:buNone/>
              <a:defRPr sz="1636" b="1"/>
            </a:lvl1pPr>
            <a:lvl2pPr marL="311220" indent="0">
              <a:buNone/>
              <a:defRPr sz="1364" b="1"/>
            </a:lvl2pPr>
            <a:lvl3pPr marL="622438" indent="0">
              <a:buNone/>
              <a:defRPr sz="1227" b="1"/>
            </a:lvl3pPr>
            <a:lvl4pPr marL="933659" indent="0">
              <a:buNone/>
              <a:defRPr sz="1091" b="1"/>
            </a:lvl4pPr>
            <a:lvl5pPr marL="1244879" indent="0">
              <a:buNone/>
              <a:defRPr sz="1091" b="1"/>
            </a:lvl5pPr>
            <a:lvl6pPr marL="1556095" indent="0">
              <a:buNone/>
              <a:defRPr sz="1091" b="1"/>
            </a:lvl6pPr>
            <a:lvl7pPr marL="1867319" indent="0">
              <a:buNone/>
              <a:defRPr sz="1091" b="1"/>
            </a:lvl7pPr>
            <a:lvl8pPr marL="2178536" indent="0">
              <a:buNone/>
              <a:defRPr sz="1091" b="1"/>
            </a:lvl8pPr>
            <a:lvl9pPr marL="2489756" indent="0">
              <a:buNone/>
              <a:defRPr sz="10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86"/>
            <a:ext cx="4040188" cy="1133195"/>
          </a:xfrm>
        </p:spPr>
        <p:txBody>
          <a:bodyPr/>
          <a:lstStyle>
            <a:lvl1pPr>
              <a:defRPr sz="1636"/>
            </a:lvl1pPr>
            <a:lvl2pPr>
              <a:defRPr sz="1364"/>
            </a:lvl2pPr>
            <a:lvl3pPr>
              <a:defRPr sz="1227"/>
            </a:lvl3pPr>
            <a:lvl4pPr>
              <a:defRPr sz="1091"/>
            </a:lvl4pPr>
            <a:lvl5pPr>
              <a:defRPr sz="1091"/>
            </a:lvl5pPr>
            <a:lvl6pPr>
              <a:defRPr sz="1091"/>
            </a:lvl6pPr>
            <a:lvl7pPr>
              <a:defRPr sz="1091"/>
            </a:lvl7pPr>
            <a:lvl8pPr>
              <a:defRPr sz="1091"/>
            </a:lvl8pPr>
            <a:lvl9pPr>
              <a:defRPr sz="10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923150"/>
            <a:ext cx="4041775" cy="251736"/>
          </a:xfrm>
        </p:spPr>
        <p:txBody>
          <a:bodyPr anchor="b"/>
          <a:lstStyle>
            <a:lvl1pPr marL="0" indent="0">
              <a:buNone/>
              <a:defRPr sz="1636" b="1"/>
            </a:lvl1pPr>
            <a:lvl2pPr marL="311220" indent="0">
              <a:buNone/>
              <a:defRPr sz="1364" b="1"/>
            </a:lvl2pPr>
            <a:lvl3pPr marL="622438" indent="0">
              <a:buNone/>
              <a:defRPr sz="1227" b="1"/>
            </a:lvl3pPr>
            <a:lvl4pPr marL="933659" indent="0">
              <a:buNone/>
              <a:defRPr sz="1091" b="1"/>
            </a:lvl4pPr>
            <a:lvl5pPr marL="1244879" indent="0">
              <a:buNone/>
              <a:defRPr sz="1091" b="1"/>
            </a:lvl5pPr>
            <a:lvl6pPr marL="1556095" indent="0">
              <a:buNone/>
              <a:defRPr sz="1091" b="1"/>
            </a:lvl6pPr>
            <a:lvl7pPr marL="1867319" indent="0">
              <a:buNone/>
              <a:defRPr sz="1091" b="1"/>
            </a:lvl7pPr>
            <a:lvl8pPr marL="2178536" indent="0">
              <a:buNone/>
              <a:defRPr sz="1091" b="1"/>
            </a:lvl8pPr>
            <a:lvl9pPr marL="2489756" indent="0">
              <a:buNone/>
              <a:defRPr sz="10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86"/>
            <a:ext cx="4041775" cy="1133195"/>
          </a:xfrm>
        </p:spPr>
        <p:txBody>
          <a:bodyPr/>
          <a:lstStyle>
            <a:lvl1pPr>
              <a:defRPr sz="1636"/>
            </a:lvl1pPr>
            <a:lvl2pPr>
              <a:defRPr sz="1364"/>
            </a:lvl2pPr>
            <a:lvl3pPr>
              <a:defRPr sz="1227"/>
            </a:lvl3pPr>
            <a:lvl4pPr>
              <a:defRPr sz="1091"/>
            </a:lvl4pPr>
            <a:lvl5pPr>
              <a:defRPr sz="1091"/>
            </a:lvl5pPr>
            <a:lvl6pPr>
              <a:defRPr sz="1091"/>
            </a:lvl6pPr>
            <a:lvl7pPr>
              <a:defRPr sz="1091"/>
            </a:lvl7pPr>
            <a:lvl8pPr>
              <a:defRPr sz="1091"/>
            </a:lvl8pPr>
            <a:lvl9pPr>
              <a:defRPr sz="10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10000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09692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2739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1" y="273052"/>
            <a:ext cx="3008313" cy="188962"/>
          </a:xfrm>
        </p:spPr>
        <p:txBody>
          <a:bodyPr/>
          <a:lstStyle>
            <a:lvl1pPr algn="l">
              <a:defRPr sz="136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3" y="273051"/>
            <a:ext cx="5111751" cy="1494255"/>
          </a:xfrm>
        </p:spPr>
        <p:txBody>
          <a:bodyPr/>
          <a:lstStyle>
            <a:lvl1pPr>
              <a:defRPr sz="2182"/>
            </a:lvl1pPr>
            <a:lvl2pPr>
              <a:defRPr sz="1909"/>
            </a:lvl2pPr>
            <a:lvl3pPr>
              <a:defRPr sz="1636"/>
            </a:lvl3pPr>
            <a:lvl4pPr>
              <a:defRPr sz="1364"/>
            </a:lvl4pPr>
            <a:lvl5pPr>
              <a:defRPr sz="1364"/>
            </a:lvl5pPr>
            <a:lvl6pPr>
              <a:defRPr sz="1364"/>
            </a:lvl6pPr>
            <a:lvl7pPr>
              <a:defRPr sz="1364"/>
            </a:lvl7pPr>
            <a:lvl8pPr>
              <a:defRPr sz="1364"/>
            </a:lvl8pPr>
            <a:lvl9pPr>
              <a:defRPr sz="13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1" y="1435102"/>
            <a:ext cx="3008313" cy="146894"/>
          </a:xfrm>
        </p:spPr>
        <p:txBody>
          <a:bodyPr/>
          <a:lstStyle>
            <a:lvl1pPr marL="0" indent="0">
              <a:buNone/>
              <a:defRPr sz="955"/>
            </a:lvl1pPr>
            <a:lvl2pPr marL="311220" indent="0">
              <a:buNone/>
              <a:defRPr sz="818"/>
            </a:lvl2pPr>
            <a:lvl3pPr marL="622438" indent="0">
              <a:buNone/>
              <a:defRPr sz="682"/>
            </a:lvl3pPr>
            <a:lvl4pPr marL="933659" indent="0">
              <a:buNone/>
              <a:defRPr sz="614"/>
            </a:lvl4pPr>
            <a:lvl5pPr marL="1244879" indent="0">
              <a:buNone/>
              <a:defRPr sz="614"/>
            </a:lvl5pPr>
            <a:lvl6pPr marL="1556095" indent="0">
              <a:buNone/>
              <a:defRPr sz="614"/>
            </a:lvl6pPr>
            <a:lvl7pPr marL="1867319" indent="0">
              <a:buNone/>
              <a:defRPr sz="614"/>
            </a:lvl7pPr>
            <a:lvl8pPr marL="2178536" indent="0">
              <a:buNone/>
              <a:defRPr sz="614"/>
            </a:lvl8pPr>
            <a:lvl9pPr marL="2489756" indent="0">
              <a:buNone/>
              <a:defRPr sz="61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68674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188863"/>
          </a:xfrm>
        </p:spPr>
        <p:txBody>
          <a:bodyPr/>
          <a:lstStyle>
            <a:lvl1pPr algn="l">
              <a:defRPr sz="136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35757"/>
          </a:xfrm>
        </p:spPr>
        <p:txBody>
          <a:bodyPr/>
          <a:lstStyle>
            <a:lvl1pPr marL="0" indent="0">
              <a:buNone/>
              <a:defRPr sz="2182"/>
            </a:lvl1pPr>
            <a:lvl2pPr marL="311220" indent="0">
              <a:buNone/>
              <a:defRPr sz="1909"/>
            </a:lvl2pPr>
            <a:lvl3pPr marL="622438" indent="0">
              <a:buNone/>
              <a:defRPr sz="1636"/>
            </a:lvl3pPr>
            <a:lvl4pPr marL="933659" indent="0">
              <a:buNone/>
              <a:defRPr sz="1364"/>
            </a:lvl4pPr>
            <a:lvl5pPr marL="1244879" indent="0">
              <a:buNone/>
              <a:defRPr sz="1364"/>
            </a:lvl5pPr>
            <a:lvl6pPr marL="1556095" indent="0">
              <a:buNone/>
              <a:defRPr sz="1364"/>
            </a:lvl6pPr>
            <a:lvl7pPr marL="1867319" indent="0">
              <a:buNone/>
              <a:defRPr sz="1364"/>
            </a:lvl7pPr>
            <a:lvl8pPr marL="2178536" indent="0">
              <a:buNone/>
              <a:defRPr sz="1364"/>
            </a:lvl8pPr>
            <a:lvl9pPr marL="2489756" indent="0">
              <a:buNone/>
              <a:defRPr sz="1364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1"/>
            <a:ext cx="5486400" cy="146894"/>
          </a:xfrm>
        </p:spPr>
        <p:txBody>
          <a:bodyPr/>
          <a:lstStyle>
            <a:lvl1pPr marL="0" indent="0">
              <a:buNone/>
              <a:defRPr sz="955"/>
            </a:lvl1pPr>
            <a:lvl2pPr marL="311220" indent="0">
              <a:buNone/>
              <a:defRPr sz="818"/>
            </a:lvl2pPr>
            <a:lvl3pPr marL="622438" indent="0">
              <a:buNone/>
              <a:defRPr sz="682"/>
            </a:lvl3pPr>
            <a:lvl4pPr marL="933659" indent="0">
              <a:buNone/>
              <a:defRPr sz="614"/>
            </a:lvl4pPr>
            <a:lvl5pPr marL="1244879" indent="0">
              <a:buNone/>
              <a:defRPr sz="614"/>
            </a:lvl5pPr>
            <a:lvl6pPr marL="1556095" indent="0">
              <a:buNone/>
              <a:defRPr sz="614"/>
            </a:lvl6pPr>
            <a:lvl7pPr marL="1867319" indent="0">
              <a:buNone/>
              <a:defRPr sz="614"/>
            </a:lvl7pPr>
            <a:lvl8pPr marL="2178536" indent="0">
              <a:buNone/>
              <a:defRPr sz="614"/>
            </a:lvl8pPr>
            <a:lvl9pPr marL="2489756" indent="0">
              <a:buNone/>
              <a:defRPr sz="61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023500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9974" y="1001723"/>
            <a:ext cx="1141595" cy="14280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28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87708" y="450851"/>
            <a:ext cx="453073" cy="2432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33453" y="450851"/>
            <a:ext cx="973728" cy="2432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271437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27025" y="447676"/>
            <a:ext cx="8502651" cy="226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74650" y="1271591"/>
            <a:ext cx="4121151" cy="97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71591"/>
            <a:ext cx="4121151" cy="97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74650" y="1914529"/>
            <a:ext cx="4121151" cy="97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1914529"/>
            <a:ext cx="4121151" cy="97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2608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vmlDrawing" Target="../drawings/vmlDrawing1.v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theme" Target="../theme/theme2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oleObject" Target="../embeddings/oleObject3.bin"/><Relationship Id="rId5" Type="http://schemas.openxmlformats.org/officeDocument/2006/relationships/tags" Target="../tags/tag4.xml"/><Relationship Id="rId4" Type="http://schemas.openxmlformats.org/officeDocument/2006/relationships/vmlDrawing" Target="../drawings/vmlDrawing3.vml"/><Relationship Id="rId9" Type="http://schemas.openxmlformats.org/officeDocument/2006/relationships/image" Target="../media/image7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theme" Target="../theme/theme3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4.bin"/><Relationship Id="rId5" Type="http://schemas.openxmlformats.org/officeDocument/2006/relationships/tags" Target="../tags/tag5.xml"/><Relationship Id="rId4" Type="http://schemas.openxmlformats.org/officeDocument/2006/relationships/vmlDrawing" Target="../drawings/vmlDrawing4.vml"/><Relationship Id="rId9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17911766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15" name="think-cell Slide" r:id="rId45" imgW="270" imgH="270" progId="TCLayout.ActiveDocument.1">
                  <p:embed/>
                </p:oleObj>
              </mc:Choice>
              <mc:Fallback>
                <p:oleObj name="think-cell Slide" r:id="rId4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76238" y="317501"/>
            <a:ext cx="8391525" cy="692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376237" y="1665289"/>
            <a:ext cx="8391525" cy="4716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8536782" y="6477000"/>
            <a:ext cx="230981" cy="1000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accent6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accent6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56" r:id="rId3"/>
    <p:sldLayoutId id="2147483755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13" r:id="rId10"/>
    <p:sldLayoutId id="2147483708" r:id="rId11"/>
    <p:sldLayoutId id="2147483710" r:id="rId12"/>
    <p:sldLayoutId id="2147483754" r:id="rId13"/>
    <p:sldLayoutId id="2147483711" r:id="rId14"/>
    <p:sldLayoutId id="2147483753" r:id="rId15"/>
    <p:sldLayoutId id="2147483679" r:id="rId16"/>
    <p:sldLayoutId id="2147483712" r:id="rId17"/>
    <p:sldLayoutId id="2147483678" r:id="rId18"/>
    <p:sldLayoutId id="2147483681" r:id="rId19"/>
    <p:sldLayoutId id="2147483699" r:id="rId20"/>
    <p:sldLayoutId id="2147483714" r:id="rId21"/>
    <p:sldLayoutId id="2147483697" r:id="rId22"/>
    <p:sldLayoutId id="2147483715" r:id="rId23"/>
    <p:sldLayoutId id="2147483716" r:id="rId24"/>
    <p:sldLayoutId id="2147483717" r:id="rId25"/>
    <p:sldLayoutId id="2147483718" r:id="rId26"/>
    <p:sldLayoutId id="2147483728" r:id="rId27"/>
    <p:sldLayoutId id="2147483720" r:id="rId28"/>
    <p:sldLayoutId id="2147483721" r:id="rId29"/>
    <p:sldLayoutId id="2147483722" r:id="rId30"/>
    <p:sldLayoutId id="2147483695" r:id="rId31"/>
    <p:sldLayoutId id="2147483751" r:id="rId32"/>
    <p:sldLayoutId id="2147483724" r:id="rId33"/>
    <p:sldLayoutId id="2147483725" r:id="rId34"/>
    <p:sldLayoutId id="2147483726" r:id="rId35"/>
    <p:sldLayoutId id="2147483727" r:id="rId36"/>
    <p:sldLayoutId id="2147483698" r:id="rId37"/>
    <p:sldLayoutId id="2147483752" r:id="rId38"/>
    <p:sldLayoutId id="2147483696" r:id="rId39"/>
    <p:sldLayoutId id="2147483758" r:id="rId40"/>
    <p:sldLayoutId id="2147484042" r:id="rId4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27000" indent="-1270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4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93688" indent="-123825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431800" indent="-1270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84200" indent="-1270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4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237">
          <p15:clr>
            <a:srgbClr val="F26B43"/>
          </p15:clr>
        </p15:guide>
        <p15:guide id="5" pos="5523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200">
          <p15:clr>
            <a:srgbClr val="F26B43"/>
          </p15:clr>
        </p15:guide>
        <p15:guide id="8" orient="horz" pos="4080">
          <p15:clr>
            <a:srgbClr val="F26B43"/>
          </p15:clr>
        </p15:guide>
        <p15:guide id="10" pos="3721">
          <p15:clr>
            <a:srgbClr val="F26B43"/>
          </p15:clr>
        </p15:guide>
        <p15:guide id="11" orient="horz" pos="236">
          <p15:clr>
            <a:srgbClr val="F26B43"/>
          </p15:clr>
        </p15:guide>
        <p15:guide id="12" pos="1022">
          <p15:clr>
            <a:srgbClr val="F26B43"/>
          </p15:clr>
        </p15:guide>
        <p15:guide id="13" pos="1137">
          <p15:clr>
            <a:srgbClr val="F26B43"/>
          </p15:clr>
        </p15:guide>
        <p15:guide id="14" pos="1920">
          <p15:clr>
            <a:srgbClr val="F26B43"/>
          </p15:clr>
        </p15:guide>
        <p15:guide id="15" pos="2033">
          <p15:clr>
            <a:srgbClr val="F26B43"/>
          </p15:clr>
        </p15:guide>
        <p15:guide id="16" pos="4620">
          <p15:clr>
            <a:srgbClr val="F26B43"/>
          </p15:clr>
        </p15:guide>
        <p15:guide id="17" pos="2823">
          <p15:clr>
            <a:srgbClr val="F26B43"/>
          </p15:clr>
        </p15:guide>
        <p15:guide id="18" pos="2937">
          <p15:clr>
            <a:srgbClr val="F26B43"/>
          </p15:clr>
        </p15:guide>
        <p15:guide id="19" pos="2880">
          <p15:clr>
            <a:srgbClr val="F26B43"/>
          </p15:clr>
        </p15:guide>
        <p15:guide id="20" pos="4734">
          <p15:clr>
            <a:srgbClr val="F26B43"/>
          </p15:clr>
        </p15:guide>
        <p15:guide id="21" orient="horz" pos="1049">
          <p15:clr>
            <a:srgbClr val="F26B43"/>
          </p15:clr>
        </p15:guide>
        <p15:guide id="22" orient="horz" pos="6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1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01638" y="514350"/>
            <a:ext cx="8345487" cy="2587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396875" y="1154113"/>
            <a:ext cx="4014788" cy="513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28" name="Text Box 5"/>
          <p:cNvSpPr txBox="1">
            <a:spLocks noChangeArrowheads="1"/>
          </p:cNvSpPr>
          <p:nvPr/>
        </p:nvSpPr>
        <p:spPr bwMode="gray">
          <a:xfrm>
            <a:off x="4432300" y="6664325"/>
            <a:ext cx="279400" cy="14446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85858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 anchorCtr="1">
            <a:spAutoFit/>
          </a:bodyPr>
          <a:lstStyle>
            <a:lvl1pPr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itchFamily="2" charset="2"/>
              <a:buNone/>
            </a:pPr>
            <a:r>
              <a:rPr lang="en-US" sz="900" dirty="0">
                <a:solidFill>
                  <a:srgbClr val="000000"/>
                </a:solidFill>
              </a:rPr>
              <a:t>- </a:t>
            </a:r>
            <a:fld id="{BE0B8EA8-4AD6-4539-8AA2-2D1A383CD676}" type="slidenum">
              <a:rPr lang="en-US" sz="900">
                <a:solidFill>
                  <a:srgbClr val="000000"/>
                </a:solidFill>
              </a:rPr>
              <a:pPr algn="ctr" fontAlgn="base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65000"/>
                <a:buFont typeface="Wingdings" pitchFamily="2" charset="2"/>
                <a:buNone/>
              </a:pPr>
              <a:t>‹#›</a:t>
            </a:fld>
            <a:r>
              <a:rPr lang="en-US" sz="900" dirty="0">
                <a:solidFill>
                  <a:srgbClr val="000000"/>
                </a:solidFill>
              </a:rPr>
              <a:t> -</a:t>
            </a:r>
          </a:p>
        </p:txBody>
      </p:sp>
      <p:sp>
        <p:nvSpPr>
          <p:cNvPr id="1033" name="Line 35"/>
          <p:cNvSpPr>
            <a:spLocks noChangeShapeType="1"/>
          </p:cNvSpPr>
          <p:nvPr/>
        </p:nvSpPr>
        <p:spPr bwMode="gray">
          <a:xfrm>
            <a:off x="392113" y="806450"/>
            <a:ext cx="83550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100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7" name="Picture 5" descr="LLP logo with big space copy"/>
          <p:cNvPicPr>
            <a:picLocks noChangeAspect="1" noChangeArrowheads="1"/>
          </p:cNvPicPr>
          <p:nvPr userDrawn="1"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" t="1778" b="59770"/>
          <a:stretch>
            <a:fillRect/>
          </a:stretch>
        </p:blipFill>
        <p:spPr bwMode="gray">
          <a:xfrm>
            <a:off x="378983" y="6617825"/>
            <a:ext cx="731520" cy="139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SAP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581" y="6572923"/>
            <a:ext cx="413127" cy="20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44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</p:sldLayoutIdLst>
  <p:txStyles>
    <p:titleStyle>
      <a:lvl1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2pPr>
      <a:lvl3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3pPr>
      <a:lvl4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4pPr>
      <a:lvl5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106000"/>
        </a:lnSpc>
        <a:spcBef>
          <a:spcPct val="80000"/>
        </a:spcBef>
        <a:spcAft>
          <a:spcPct val="0"/>
        </a:spcAft>
        <a:buClr>
          <a:schemeClr val="tx1"/>
        </a:buClr>
        <a:buSzPct val="80000"/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169863" indent="-168275" algn="l" rtl="0" eaLnBrk="1" fontAlgn="base" hangingPunct="1">
        <a:lnSpc>
          <a:spcPct val="106000"/>
        </a:lnSpc>
        <a:spcBef>
          <a:spcPct val="80000"/>
        </a:spcBef>
        <a:spcAft>
          <a:spcPct val="0"/>
        </a:spcAft>
        <a:buClr>
          <a:schemeClr val="tx1"/>
        </a:buClr>
        <a:buFont typeface="Wingdings 2" pitchFamily="18" charset="2"/>
        <a:buChar char="¡"/>
        <a:defRPr sz="1100">
          <a:solidFill>
            <a:schemeClr val="tx1"/>
          </a:solidFill>
          <a:latin typeface="+mn-lt"/>
        </a:defRPr>
      </a:lvl2pPr>
      <a:lvl3pPr marL="344488" indent="-173038" algn="l" rtl="0" eaLnBrk="1" fontAlgn="base" hangingPunct="1">
        <a:lnSpc>
          <a:spcPct val="106000"/>
        </a:lnSpc>
        <a:spcBef>
          <a:spcPct val="40000"/>
        </a:spcBef>
        <a:spcAft>
          <a:spcPct val="0"/>
        </a:spcAft>
        <a:buClr>
          <a:schemeClr val="tx1"/>
        </a:buClr>
        <a:buFont typeface="Arial" charset="0"/>
        <a:buChar char="–"/>
        <a:defRPr sz="1000">
          <a:solidFill>
            <a:schemeClr val="tx1"/>
          </a:solidFill>
          <a:latin typeface="+mn-lt"/>
        </a:defRPr>
      </a:lvl3pPr>
      <a:lvl4pPr marL="517525" indent="-171450" algn="l" rtl="0" eaLnBrk="1" fontAlgn="base" hangingPunct="1">
        <a:lnSpc>
          <a:spcPct val="106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chemeClr val="tx1"/>
          </a:solidFill>
          <a:latin typeface="+mn-lt"/>
        </a:defRPr>
      </a:lvl4pPr>
      <a:lvl5pPr marL="1446213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5pPr>
      <a:lvl6pPr marL="1903413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6pPr>
      <a:lvl7pPr marL="2360613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7pPr>
      <a:lvl8pPr marL="2817813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8pPr>
      <a:lvl9pPr marL="3275013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3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01638" y="514350"/>
            <a:ext cx="8345487" cy="2587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396875" y="1154113"/>
            <a:ext cx="4014788" cy="513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28" name="Text Box 5"/>
          <p:cNvSpPr txBox="1">
            <a:spLocks noChangeArrowheads="1"/>
          </p:cNvSpPr>
          <p:nvPr/>
        </p:nvSpPr>
        <p:spPr bwMode="gray">
          <a:xfrm>
            <a:off x="4432300" y="6664325"/>
            <a:ext cx="279400" cy="14446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85858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 anchorCtr="1">
            <a:spAutoFit/>
          </a:bodyPr>
          <a:lstStyle>
            <a:lvl1pPr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itchFamily="2" charset="2"/>
              <a:buNone/>
            </a:pPr>
            <a:r>
              <a:rPr lang="en-US" sz="900" dirty="0">
                <a:solidFill>
                  <a:srgbClr val="000000"/>
                </a:solidFill>
              </a:rPr>
              <a:t>- </a:t>
            </a:r>
            <a:fld id="{BE0B8EA8-4AD6-4539-8AA2-2D1A383CD676}" type="slidenum">
              <a:rPr lang="en-US" sz="900">
                <a:solidFill>
                  <a:srgbClr val="000000"/>
                </a:solidFill>
              </a:rPr>
              <a:pPr algn="ctr" fontAlgn="base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65000"/>
                <a:buFont typeface="Wingdings" pitchFamily="2" charset="2"/>
                <a:buNone/>
              </a:pPr>
              <a:t>‹#›</a:t>
            </a:fld>
            <a:r>
              <a:rPr lang="en-US" sz="900" dirty="0">
                <a:solidFill>
                  <a:srgbClr val="000000"/>
                </a:solidFill>
              </a:rPr>
              <a:t> -</a:t>
            </a:r>
          </a:p>
        </p:txBody>
      </p:sp>
      <p:sp>
        <p:nvSpPr>
          <p:cNvPr id="1033" name="Line 35"/>
          <p:cNvSpPr>
            <a:spLocks noChangeShapeType="1"/>
          </p:cNvSpPr>
          <p:nvPr/>
        </p:nvSpPr>
        <p:spPr bwMode="gray">
          <a:xfrm>
            <a:off x="392113" y="806450"/>
            <a:ext cx="83550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100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7" name="Picture 5" descr="LLP logo with big space copy"/>
          <p:cNvPicPr>
            <a:picLocks noChangeAspect="1" noChangeArrowheads="1"/>
          </p:cNvPicPr>
          <p:nvPr userDrawn="1"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" t="1778" b="59770"/>
          <a:stretch>
            <a:fillRect/>
          </a:stretch>
        </p:blipFill>
        <p:spPr bwMode="gray">
          <a:xfrm>
            <a:off x="378983" y="6617825"/>
            <a:ext cx="731520" cy="139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SAP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581" y="6572923"/>
            <a:ext cx="413127" cy="20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582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</p:sldLayoutIdLst>
  <p:txStyles>
    <p:titleStyle>
      <a:lvl1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2pPr>
      <a:lvl3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3pPr>
      <a:lvl4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4pPr>
      <a:lvl5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106000"/>
        </a:lnSpc>
        <a:spcBef>
          <a:spcPct val="80000"/>
        </a:spcBef>
        <a:spcAft>
          <a:spcPct val="0"/>
        </a:spcAft>
        <a:buClr>
          <a:schemeClr val="tx1"/>
        </a:buClr>
        <a:buSzPct val="80000"/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169863" indent="-168275" algn="l" rtl="0" eaLnBrk="1" fontAlgn="base" hangingPunct="1">
        <a:lnSpc>
          <a:spcPct val="106000"/>
        </a:lnSpc>
        <a:spcBef>
          <a:spcPct val="80000"/>
        </a:spcBef>
        <a:spcAft>
          <a:spcPct val="0"/>
        </a:spcAft>
        <a:buClr>
          <a:schemeClr val="tx1"/>
        </a:buClr>
        <a:buFont typeface="Wingdings 2" pitchFamily="18" charset="2"/>
        <a:buChar char="¡"/>
        <a:defRPr sz="1100">
          <a:solidFill>
            <a:schemeClr val="tx1"/>
          </a:solidFill>
          <a:latin typeface="+mn-lt"/>
        </a:defRPr>
      </a:lvl2pPr>
      <a:lvl3pPr marL="344488" indent="-173038" algn="l" rtl="0" eaLnBrk="1" fontAlgn="base" hangingPunct="1">
        <a:lnSpc>
          <a:spcPct val="106000"/>
        </a:lnSpc>
        <a:spcBef>
          <a:spcPct val="40000"/>
        </a:spcBef>
        <a:spcAft>
          <a:spcPct val="0"/>
        </a:spcAft>
        <a:buClr>
          <a:schemeClr val="tx1"/>
        </a:buClr>
        <a:buFont typeface="Arial" charset="0"/>
        <a:buChar char="–"/>
        <a:defRPr sz="1000">
          <a:solidFill>
            <a:schemeClr val="tx1"/>
          </a:solidFill>
          <a:latin typeface="+mn-lt"/>
        </a:defRPr>
      </a:lvl3pPr>
      <a:lvl4pPr marL="517525" indent="-171450" algn="l" rtl="0" eaLnBrk="1" fontAlgn="base" hangingPunct="1">
        <a:lnSpc>
          <a:spcPct val="106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chemeClr val="tx1"/>
          </a:solidFill>
          <a:latin typeface="+mn-lt"/>
        </a:defRPr>
      </a:lvl4pPr>
      <a:lvl5pPr marL="1446213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5pPr>
      <a:lvl6pPr marL="1903413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6pPr>
      <a:lvl7pPr marL="2360613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7pPr>
      <a:lvl8pPr marL="2817813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8pPr>
      <a:lvl9pPr marL="3275013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/>
          <p:cNvSpPr>
            <a:spLocks noGrp="1"/>
          </p:cNvSpPr>
          <p:nvPr>
            <p:ph type="title"/>
          </p:nvPr>
        </p:nvSpPr>
        <p:spPr bwMode="gray">
          <a:xfrm>
            <a:off x="804957" y="466509"/>
            <a:ext cx="7003676" cy="2266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804957" y="1001724"/>
            <a:ext cx="7003676" cy="9736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9"/>
          <p:cNvSpPr>
            <a:spLocks/>
          </p:cNvSpPr>
          <p:nvPr userDrawn="1"/>
        </p:nvSpPr>
        <p:spPr bwMode="gray">
          <a:xfrm>
            <a:off x="0" y="6459394"/>
            <a:ext cx="9144000" cy="8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fld id="{6935A020-599D-4C8A-9A02-DA7E8C9F9F0A}" type="slidenum">
              <a:rPr lang="en-US" sz="545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545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89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36" b="0">
          <a:solidFill>
            <a:schemeClr val="accent1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36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36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36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36" b="1">
          <a:solidFill>
            <a:schemeClr val="tx2"/>
          </a:solidFill>
          <a:latin typeface="Arial" charset="0"/>
        </a:defRPr>
      </a:lvl5pPr>
      <a:lvl6pPr marL="31122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36" b="1">
          <a:solidFill>
            <a:schemeClr val="tx2"/>
          </a:solidFill>
          <a:latin typeface="Arial" charset="0"/>
        </a:defRPr>
      </a:lvl6pPr>
      <a:lvl7pPr marL="622438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36" b="1">
          <a:solidFill>
            <a:schemeClr val="tx2"/>
          </a:solidFill>
          <a:latin typeface="Arial" charset="0"/>
        </a:defRPr>
      </a:lvl7pPr>
      <a:lvl8pPr marL="933659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36" b="1">
          <a:solidFill>
            <a:schemeClr val="tx2"/>
          </a:solidFill>
          <a:latin typeface="Arial" charset="0"/>
        </a:defRPr>
      </a:lvl8pPr>
      <a:lvl9pPr marL="1244879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36" b="1">
          <a:solidFill>
            <a:schemeClr val="tx2"/>
          </a:solidFill>
          <a:latin typeface="Arial" charset="0"/>
        </a:defRPr>
      </a:lvl9pPr>
    </p:titleStyle>
    <p:bodyStyle>
      <a:lvl1pPr marL="233414" indent="-233414" algn="l" rtl="0" eaLnBrk="0" fontAlgn="base" hangingPunct="0">
        <a:spcBef>
          <a:spcPct val="100000"/>
        </a:spcBef>
        <a:spcAft>
          <a:spcPct val="0"/>
        </a:spcAft>
        <a:buFont typeface="Arial" pitchFamily="34" charset="0"/>
        <a:defRPr sz="1091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115627" indent="-114546" algn="l" rtl="0" eaLnBrk="0" fontAlgn="base" hangingPunct="0">
        <a:spcBef>
          <a:spcPct val="20000"/>
        </a:spcBef>
        <a:spcAft>
          <a:spcPct val="0"/>
        </a:spcAft>
        <a:buChar char="•"/>
        <a:defRPr sz="1091">
          <a:solidFill>
            <a:schemeClr val="tx1"/>
          </a:solidFill>
          <a:latin typeface="Calibri" pitchFamily="34" charset="0"/>
          <a:cs typeface="Calibri" pitchFamily="34" charset="0"/>
        </a:defRPr>
      </a:lvl2pPr>
      <a:lvl3pPr marL="232334" indent="-115627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091">
          <a:solidFill>
            <a:schemeClr val="tx1"/>
          </a:solidFill>
          <a:latin typeface="Calibri" pitchFamily="34" charset="0"/>
          <a:cs typeface="Calibri" pitchFamily="34" charset="0"/>
        </a:defRPr>
      </a:lvl3pPr>
      <a:lvl4pPr marL="349043" indent="-115627" algn="l" rtl="0" eaLnBrk="0" fontAlgn="base" hangingPunct="0">
        <a:spcBef>
          <a:spcPct val="20000"/>
        </a:spcBef>
        <a:spcAft>
          <a:spcPct val="0"/>
        </a:spcAft>
        <a:buChar char="•"/>
        <a:defRPr sz="1091">
          <a:solidFill>
            <a:schemeClr val="tx1"/>
          </a:solidFill>
          <a:latin typeface="Calibri" pitchFamily="34" charset="0"/>
          <a:cs typeface="Calibri" pitchFamily="34" charset="0"/>
        </a:defRPr>
      </a:lvl4pPr>
      <a:lvl5pPr marL="465749" indent="-115627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091">
          <a:solidFill>
            <a:schemeClr val="tx1"/>
          </a:solidFill>
          <a:latin typeface="Calibri" pitchFamily="34" charset="0"/>
          <a:cs typeface="Calibri" pitchFamily="34" charset="0"/>
        </a:defRPr>
      </a:lvl5pPr>
      <a:lvl6pPr marL="776968" indent="-11562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091">
          <a:solidFill>
            <a:schemeClr val="tx2"/>
          </a:solidFill>
          <a:latin typeface="+mn-lt"/>
        </a:defRPr>
      </a:lvl6pPr>
      <a:lvl7pPr marL="1088188" indent="-11562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091">
          <a:solidFill>
            <a:schemeClr val="tx2"/>
          </a:solidFill>
          <a:latin typeface="+mn-lt"/>
        </a:defRPr>
      </a:lvl7pPr>
      <a:lvl8pPr marL="1399407" indent="-11562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091">
          <a:solidFill>
            <a:schemeClr val="tx2"/>
          </a:solidFill>
          <a:latin typeface="+mn-lt"/>
        </a:defRPr>
      </a:lvl8pPr>
      <a:lvl9pPr marL="1710631" indent="-11562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091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622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1pPr>
      <a:lvl2pPr marL="311220" algn="l" defTabSz="622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2pPr>
      <a:lvl3pPr marL="622438" algn="l" defTabSz="622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3pPr>
      <a:lvl4pPr marL="933659" algn="l" defTabSz="622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4pPr>
      <a:lvl5pPr marL="1244879" algn="l" defTabSz="622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5pPr>
      <a:lvl6pPr marL="1556095" algn="l" defTabSz="622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6pPr>
      <a:lvl7pPr marL="1867319" algn="l" defTabSz="622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7pPr>
      <a:lvl8pPr marL="2178536" algn="l" defTabSz="622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8pPr>
      <a:lvl9pPr marL="2489756" algn="l" defTabSz="622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37" y="317499"/>
            <a:ext cx="8391525" cy="334101"/>
          </a:xfrm>
        </p:spPr>
        <p:txBody>
          <a:bodyPr/>
          <a:lstStyle/>
          <a:p>
            <a:r>
              <a:rPr lang="en-US" b="1" dirty="0" err="1"/>
              <a:t>Chandhrasekar</a:t>
            </a:r>
            <a:r>
              <a:rPr lang="en-US" b="1" dirty="0"/>
              <a:t> A B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10" name="Content Placeholder 6"/>
          <p:cNvSpPr txBox="1">
            <a:spLocks/>
          </p:cNvSpPr>
          <p:nvPr/>
        </p:nvSpPr>
        <p:spPr>
          <a:xfrm>
            <a:off x="365760" y="716277"/>
            <a:ext cx="2459632" cy="58722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indent="0" fontAlgn="base"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Font typeface="Arial" pitchFamily="34" charset="0"/>
              <a:buNone/>
            </a:pPr>
            <a:r>
              <a:rPr lang="en-US" sz="1100" b="1" dirty="0">
                <a:solidFill>
                  <a:srgbClr val="000000"/>
                </a:solidFill>
                <a:cs typeface="Arial" charset="0"/>
              </a:rPr>
              <a:t>Data Engineer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/>
              <a:t>chandhrasekar.balu1989@gmail.com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dirty="0"/>
              <a:t>+91 886 778 1460</a:t>
            </a:r>
            <a:endParaRPr lang="en-US" sz="10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825392" y="915638"/>
            <a:ext cx="6059989" cy="334507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166688" indent="-166688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403225" indent="-1778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Calibri" panose="020F050202020403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Chandhrasekar has over 9.5 years of technology experience in information management with focus on providing </a:t>
            </a:r>
            <a:r>
              <a:rPr lang="en-US" sz="1200" b="1" dirty="0"/>
              <a:t>ETL, Big Data &amp; Hive solutions for clients,</a:t>
            </a:r>
            <a:r>
              <a:rPr lang="en-US" sz="1200" b="1" dirty="0">
                <a:ea typeface="Verdana" panose="020B0604030504040204" pitchFamily="34" charset="0"/>
                <a:cs typeface="Verdana" panose="020B0604030504040204" pitchFamily="34" charset="0"/>
              </a:rPr>
              <a:t> which includes data warehousing, data integration, design and implementation of ETL solutions.</a:t>
            </a:r>
            <a:r>
              <a:rPr lang="en-US" sz="1200" dirty="0"/>
              <a:t> In addition, he is well versed with business process redesign, core system transformation and migration architecture.</a:t>
            </a:r>
          </a:p>
          <a:p>
            <a:r>
              <a:rPr lang="en-US" sz="1200" dirty="0"/>
              <a:t>He has successfully delivered the following with strong client satisfaction by working collaboratively with the business and technical teams: Enterprise wide Data Lake which is hosted on Horton-works Hadoop Bigdata environment and provided the uniform framework for the enterprise data from various data sources. His core technology expertise includes </a:t>
            </a:r>
            <a:r>
              <a:rPr lang="en-US" sz="1200" b="1" dirty="0"/>
              <a:t>Bigdata, Hadoop, Hive, SparkSQL, Scala &amp; Python programming, Azure Services like ADF, Databricks, Azure SQL, AWS Lambda, S3, DynamoDB, Connect, etc.,</a:t>
            </a:r>
            <a:r>
              <a:rPr lang="en-US" sz="1200" dirty="0"/>
              <a:t> He also has hands on experience on Big Data architecture skills, </a:t>
            </a:r>
            <a:r>
              <a:rPr lang="en-US" sz="1200" b="1" dirty="0"/>
              <a:t>Data visual analytics using Tableau dashboards</a:t>
            </a:r>
            <a:r>
              <a:rPr lang="en-US" sz="1200" dirty="0"/>
              <a:t>.</a:t>
            </a:r>
          </a:p>
          <a:p>
            <a:r>
              <a:rPr lang="en-US" sz="1200" dirty="0"/>
              <a:t>Involved in the process of Legacy system to Bigdata conversion. Good understanding on RDBMS systems like </a:t>
            </a:r>
            <a:r>
              <a:rPr lang="en-US" sz="1200" b="1" dirty="0"/>
              <a:t>Teradata, Oracle, MySQL, etc.,</a:t>
            </a:r>
            <a:endParaRPr lang="en-US" sz="1200" dirty="0"/>
          </a:p>
          <a:p>
            <a:pPr marL="176213" lvl="1" indent="-165100">
              <a:spcAft>
                <a:spcPts val="300"/>
              </a:spcAft>
              <a:buFont typeface="Wingdings" pitchFamily="2" charset="2"/>
              <a:buChar char="§"/>
              <a:tabLst>
                <a:tab pos="101600" algn="l"/>
                <a:tab pos="914400" algn="l"/>
              </a:tabLst>
              <a:defRPr/>
            </a:pPr>
            <a:endParaRPr lang="en-US" altLang="en-US" sz="1200" dirty="0"/>
          </a:p>
          <a:p>
            <a:pPr marL="57150">
              <a:spcAft>
                <a:spcPts val="600"/>
              </a:spcAft>
              <a:tabLst>
                <a:tab pos="1825625" algn="l"/>
              </a:tabLst>
              <a:defRPr/>
            </a:pPr>
            <a:endParaRPr lang="en-US" sz="1200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0477DD9F-6BEE-415E-B986-5F741E45E606}"/>
              </a:ext>
            </a:extLst>
          </p:cNvPr>
          <p:cNvSpPr txBox="1">
            <a:spLocks/>
          </p:cNvSpPr>
          <p:nvPr/>
        </p:nvSpPr>
        <p:spPr>
          <a:xfrm>
            <a:off x="365760" y="1534865"/>
            <a:ext cx="2183431" cy="2239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27000" indent="-1270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93688" indent="-123825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1270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lang="en-US" sz="14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4200" indent="-1270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4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Total of 9.5 yrs. IT Experience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2.5 yr. of Experience in </a:t>
            </a:r>
            <a:r>
              <a:rPr lang="en-US" sz="1200" i="1" dirty="0">
                <a:solidFill>
                  <a:schemeClr val="tx1"/>
                </a:solidFill>
              </a:rPr>
              <a:t>Deloitte</a:t>
            </a:r>
            <a:r>
              <a:rPr lang="en-US" sz="1200" dirty="0">
                <a:solidFill>
                  <a:schemeClr val="tx1"/>
                </a:solidFill>
              </a:rPr>
              <a:t>, Bangalore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3.3 yrs. of Experience in </a:t>
            </a:r>
            <a:r>
              <a:rPr lang="en-US" sz="1200" i="1" dirty="0">
                <a:solidFill>
                  <a:schemeClr val="tx1"/>
                </a:solidFill>
              </a:rPr>
              <a:t>Infosys Ltd</a:t>
            </a:r>
            <a:r>
              <a:rPr lang="en-US" sz="1200" dirty="0">
                <a:solidFill>
                  <a:schemeClr val="tx1"/>
                </a:solidFill>
              </a:rPr>
              <a:t>, Bangalore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3.8 yrs. of Experience in </a:t>
            </a:r>
            <a:r>
              <a:rPr lang="en-US" sz="1200" i="1" dirty="0">
                <a:solidFill>
                  <a:schemeClr val="tx1"/>
                </a:solidFill>
              </a:rPr>
              <a:t>Tata Consultancy Services Ltd</a:t>
            </a:r>
            <a:r>
              <a:rPr lang="en-US" sz="1200" dirty="0">
                <a:solidFill>
                  <a:schemeClr val="tx1"/>
                </a:solidFill>
              </a:rPr>
              <a:t>, Chennai / Bangalore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5040038-36BA-4C5E-978D-431ACD0B1AAF}"/>
              </a:ext>
            </a:extLst>
          </p:cNvPr>
          <p:cNvSpPr txBox="1">
            <a:spLocks/>
          </p:cNvSpPr>
          <p:nvPr/>
        </p:nvSpPr>
        <p:spPr>
          <a:xfrm>
            <a:off x="317426" y="4260715"/>
            <a:ext cx="8509146" cy="171884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166688" indent="-166688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403225" indent="-1778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Calibri" panose="020F050202020403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  <a:tabLst>
                <a:tab pos="169863" algn="l"/>
              </a:tabLst>
            </a:pPr>
            <a:r>
              <a:rPr lang="en-US" sz="1200" b="1" dirty="0">
                <a:solidFill>
                  <a:prstClr val="black"/>
                </a:solidFill>
              </a:rPr>
              <a:t>Relevant Experience: </a:t>
            </a:r>
          </a:p>
          <a:p>
            <a:pPr marL="176213" lvl="1" indent="-165100">
              <a:spcAft>
                <a:spcPts val="300"/>
              </a:spcAft>
              <a:buFont typeface="Wingdings" pitchFamily="2" charset="2"/>
              <a:buChar char="§"/>
              <a:tabLst>
                <a:tab pos="101600" algn="l"/>
                <a:tab pos="914400" algn="l"/>
              </a:tabLst>
              <a:defRPr/>
            </a:pPr>
            <a:r>
              <a:rPr lang="en-US" sz="1200" dirty="0"/>
              <a:t>Led a team for core system transformation to have Data Analytics, Data Modeling and Data Visualization using Tableau on the enterprise data in Data Lake.</a:t>
            </a:r>
          </a:p>
          <a:p>
            <a:pPr marL="176213" lvl="1" indent="-165100">
              <a:spcAft>
                <a:spcPts val="300"/>
              </a:spcAft>
              <a:buFont typeface="Wingdings" pitchFamily="2" charset="2"/>
              <a:buChar char="§"/>
              <a:tabLst>
                <a:tab pos="101600" algn="l"/>
                <a:tab pos="914400" algn="l"/>
              </a:tabLst>
              <a:defRPr/>
            </a:pPr>
            <a:r>
              <a:rPr lang="en-US" sz="1200" dirty="0"/>
              <a:t>Hands-on experience on Azure Services like ADF, </a:t>
            </a:r>
            <a:r>
              <a:rPr lang="en-US" sz="1200" dirty="0" err="1"/>
              <a:t>DataBricks</a:t>
            </a:r>
            <a:r>
              <a:rPr lang="en-US" sz="1200" dirty="0"/>
              <a:t>(Spark with Python and Scala),SQLDB, ADLS, etc.</a:t>
            </a:r>
          </a:p>
          <a:p>
            <a:pPr marL="176213" lvl="1" indent="-165100">
              <a:spcAft>
                <a:spcPts val="300"/>
              </a:spcAft>
              <a:buFont typeface="Wingdings" pitchFamily="2" charset="2"/>
              <a:buChar char="§"/>
              <a:tabLst>
                <a:tab pos="101600" algn="l"/>
                <a:tab pos="914400" algn="l"/>
              </a:tabLst>
              <a:defRPr/>
            </a:pPr>
            <a:r>
              <a:rPr lang="en-US" altLang="en-US" sz="1200" dirty="0"/>
              <a:t>Led </a:t>
            </a:r>
            <a:r>
              <a:rPr lang="en-US" sz="1200" dirty="0"/>
              <a:t>Apache Spark/Hive SQL scripts </a:t>
            </a:r>
            <a:r>
              <a:rPr lang="en-US" altLang="en-US" sz="1200" dirty="0"/>
              <a:t>work to perform </a:t>
            </a:r>
            <a:r>
              <a:rPr lang="en-US" sz="1200" dirty="0"/>
              <a:t>daily Sales, Customer level analysis, Transaction details with the help of Spark tool.</a:t>
            </a:r>
          </a:p>
          <a:p>
            <a:pPr marL="176213" lvl="1" indent="-165100">
              <a:spcAft>
                <a:spcPts val="300"/>
              </a:spcAft>
              <a:buFont typeface="Wingdings" pitchFamily="2" charset="2"/>
              <a:buChar char="§"/>
              <a:tabLst>
                <a:tab pos="101600" algn="l"/>
                <a:tab pos="914400" algn="l"/>
              </a:tabLst>
              <a:defRPr/>
            </a:pPr>
            <a:r>
              <a:rPr lang="en-US" sz="1200" dirty="0"/>
              <a:t>Able to propose the Bigdata solutions for the project and find the various data insights using Tableau.</a:t>
            </a:r>
          </a:p>
          <a:p>
            <a:pPr marL="176213" lvl="1" indent="-165100">
              <a:spcAft>
                <a:spcPts val="300"/>
              </a:spcAft>
              <a:buFont typeface="Wingdings" pitchFamily="2" charset="2"/>
              <a:buChar char="§"/>
              <a:tabLst>
                <a:tab pos="101600" algn="l"/>
                <a:tab pos="914400" algn="l"/>
              </a:tabLst>
              <a:defRPr/>
            </a:pPr>
            <a:r>
              <a:rPr lang="en-US" sz="1200" dirty="0"/>
              <a:t>Also worked on AWS cloud services like Lambda, S3, DynamoDB, Connect, etc., </a:t>
            </a:r>
          </a:p>
          <a:p>
            <a:pPr marL="57150">
              <a:spcAft>
                <a:spcPts val="600"/>
              </a:spcAft>
              <a:tabLst>
                <a:tab pos="1825625" algn="l"/>
              </a:tabLst>
              <a:defRPr/>
            </a:pPr>
            <a:endParaRPr lang="en-US" sz="1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AB545D-6EE8-4C92-9F60-3DED2129FAC7}"/>
              </a:ext>
            </a:extLst>
          </p:cNvPr>
          <p:cNvCxnSpPr>
            <a:cxnSpLocks/>
          </p:cNvCxnSpPr>
          <p:nvPr/>
        </p:nvCxnSpPr>
        <p:spPr>
          <a:xfrm>
            <a:off x="2704290" y="1303506"/>
            <a:ext cx="0" cy="285993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65573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E25A20F4-88DD-4188-BD32-265FD8DD9C1A}"/>
              </a:ext>
            </a:extLst>
          </p:cNvPr>
          <p:cNvSpPr txBox="1">
            <a:spLocks/>
          </p:cNvSpPr>
          <p:nvPr/>
        </p:nvSpPr>
        <p:spPr bwMode="gray">
          <a:xfrm>
            <a:off x="376237" y="406917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/>
              <a:t>Estee Lauder Companies Inc - Enterprise Data Lake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781FD056-804A-4F16-948B-B8EE460CDC6C}"/>
              </a:ext>
            </a:extLst>
          </p:cNvPr>
          <p:cNvSpPr txBox="1">
            <a:spLocks/>
          </p:cNvSpPr>
          <p:nvPr/>
        </p:nvSpPr>
        <p:spPr>
          <a:xfrm>
            <a:off x="376236" y="802257"/>
            <a:ext cx="8391525" cy="22162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27000" indent="-1270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93688" indent="-123825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1270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lang="en-US" sz="14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4200" indent="-1270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4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Responsibilities and High Level Deliverables: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Senior Azure Developer. Works on Databricks python scripts, ADF, Azure SQL DW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Automated the Data Ingestion from 7+ on-premise </a:t>
            </a:r>
            <a:r>
              <a:rPr lang="en-US" sz="1200" dirty="0" err="1"/>
              <a:t>DataSources</a:t>
            </a:r>
            <a:r>
              <a:rPr lang="en-US" sz="1200" dirty="0"/>
              <a:t> into Azure Cloud using ADF.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Handled the Delta Load using the </a:t>
            </a:r>
            <a:r>
              <a:rPr lang="en-US" sz="1200" dirty="0" err="1"/>
              <a:t>DataBricks</a:t>
            </a:r>
            <a:r>
              <a:rPr lang="en-US" sz="1200" dirty="0"/>
              <a:t> Delta Tables with the Change Data Capture approach.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Migration of the existing R and Python ML model into Azure Databricks with the implementation on Databricks Delta tables.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Created the consumption layer on Azure SQLDB with the aggregated data required for Data Analytics and Visualizations.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Understanding and developing the additional/enhanced requirements on Azure.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Given guidance to other team members on the </a:t>
            </a:r>
            <a:r>
              <a:rPr lang="en-US" sz="1200" dirty="0" err="1"/>
              <a:t>BigData</a:t>
            </a:r>
            <a:r>
              <a:rPr lang="en-US" sz="1200" dirty="0"/>
              <a:t> Technologies.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Received an Applause Award for good performance.</a:t>
            </a:r>
            <a:endParaRPr lang="en-US" sz="1200" dirty="0"/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86FB9E1A-100C-4045-BB09-034D97204645}"/>
              </a:ext>
            </a:extLst>
          </p:cNvPr>
          <p:cNvSpPr txBox="1">
            <a:spLocks/>
          </p:cNvSpPr>
          <p:nvPr/>
        </p:nvSpPr>
        <p:spPr bwMode="gray">
          <a:xfrm>
            <a:off x="376235" y="3375867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/>
              <a:t>RSA – </a:t>
            </a:r>
            <a:r>
              <a:rPr lang="en-US" sz="1400" b="1" dirty="0" err="1"/>
              <a:t>DataLake</a:t>
            </a:r>
            <a:r>
              <a:rPr lang="en-US" sz="1400" b="1" dirty="0"/>
              <a:t> </a:t>
            </a:r>
            <a:r>
              <a:rPr lang="en-US" sz="1400" b="1" dirty="0" err="1"/>
              <a:t>PoC</a:t>
            </a:r>
            <a:endParaRPr lang="en-US" sz="1400" b="1" dirty="0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07DB81DB-47DA-4A7E-8012-C642220C9B8A}"/>
              </a:ext>
            </a:extLst>
          </p:cNvPr>
          <p:cNvSpPr txBox="1">
            <a:spLocks/>
          </p:cNvSpPr>
          <p:nvPr/>
        </p:nvSpPr>
        <p:spPr>
          <a:xfrm>
            <a:off x="376235" y="3710916"/>
            <a:ext cx="8391525" cy="20999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27000" indent="-1270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93688" indent="-123825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1270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lang="en-US" sz="14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4200" indent="-1270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4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Responsibilities and High Level Deliverables: 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Works on </a:t>
            </a:r>
            <a:r>
              <a:rPr lang="en-US" sz="1200" dirty="0" err="1"/>
              <a:t>PoC</a:t>
            </a:r>
            <a:r>
              <a:rPr lang="en-US" sz="1200" dirty="0"/>
              <a:t> Design and architecture in Azure.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Azure </a:t>
            </a:r>
            <a:r>
              <a:rPr lang="en-US" sz="1200" dirty="0" err="1"/>
              <a:t>DataBricks</a:t>
            </a:r>
            <a:r>
              <a:rPr lang="en-US" sz="1200" dirty="0"/>
              <a:t> Spark-Scala implementation Vs Azure SQL DW.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Understanding and developing the use cases in SQL DW.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Implementation of Core Mapping logics in SQL and Databricks (Spark-Scala) for Quotes, Claims, Policies and Covers.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Provided guidance and support to the team in the Agile workflow – Azure Platform.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Received an Individual appreciations note from Client and Management Team for the work done and the leadership skills showed on the project.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61A9581-6BCE-40FA-A1CA-DFBC7F3AE131}"/>
              </a:ext>
            </a:extLst>
          </p:cNvPr>
          <p:cNvCxnSpPr/>
          <p:nvPr/>
        </p:nvCxnSpPr>
        <p:spPr>
          <a:xfrm>
            <a:off x="188117" y="3168917"/>
            <a:ext cx="876776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97866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75B1A0-651B-4B72-90E4-B8A2365A0B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235" y="651600"/>
            <a:ext cx="8391525" cy="2142971"/>
          </a:xfrm>
        </p:spPr>
        <p:txBody>
          <a:bodyPr/>
          <a:lstStyle/>
          <a:p>
            <a:r>
              <a:rPr lang="en-US" sz="1200" b="1" dirty="0">
                <a:solidFill>
                  <a:schemeClr val="tx1"/>
                </a:solidFill>
              </a:rPr>
              <a:t>Responsibilities and High Level Deliverables: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Big Data Engineer. Works on Hadoop, Hive, </a:t>
            </a:r>
            <a:r>
              <a:rPr lang="en-US" sz="1200" dirty="0" err="1">
                <a:solidFill>
                  <a:schemeClr val="tx1"/>
                </a:solidFill>
              </a:rPr>
              <a:t>Tez</a:t>
            </a:r>
            <a:r>
              <a:rPr lang="en-US" sz="1200" dirty="0">
                <a:solidFill>
                  <a:schemeClr val="tx1"/>
                </a:solidFill>
              </a:rPr>
              <a:t>, Spark SQL with Scala.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Provided guidance and support to the team in the Agile workflow – Azure Platform.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CDC model from RV to CV layer on hive partition table using Spark-Scala.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Data Structure management Spark Scala model for Performa on </a:t>
            </a:r>
            <a:r>
              <a:rPr lang="en-US" sz="1200" dirty="0" err="1"/>
              <a:t>FinalApperance</a:t>
            </a:r>
            <a:r>
              <a:rPr lang="en-US" sz="1200" dirty="0"/>
              <a:t> application.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Campaign Engine model with Config file parameters on Spark SQL with Scala. 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Performance tuning on Hive and Spark models on both Conformed and Curated layers.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Consumption Layer Scala models and code productionized.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 err="1"/>
              <a:t>CrossSell</a:t>
            </a:r>
            <a:r>
              <a:rPr lang="en-US" sz="1200" dirty="0"/>
              <a:t> and </a:t>
            </a:r>
            <a:r>
              <a:rPr lang="en-US" sz="1200" dirty="0" err="1"/>
              <a:t>UpSell</a:t>
            </a:r>
            <a:r>
              <a:rPr lang="en-US" sz="1200" dirty="0"/>
              <a:t> Analytics model migration on Spark SQL with Scala.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Code and Component Maintenance in Version controller and Deployment in PROD systems.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PROD support and maintenance.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Received an Applause Award for good performance.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A2C934-EE45-4C58-B3D9-D02E13383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/>
              <a:t>PPG – Churn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A6B1CA-24CC-4370-9C41-E5CF55F17C57}"/>
              </a:ext>
            </a:extLst>
          </p:cNvPr>
          <p:cNvCxnSpPr/>
          <p:nvPr/>
        </p:nvCxnSpPr>
        <p:spPr>
          <a:xfrm>
            <a:off x="188117" y="3168917"/>
            <a:ext cx="876776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2">
            <a:extLst>
              <a:ext uri="{FF2B5EF4-FFF2-40B4-BE49-F238E27FC236}">
                <a16:creationId xmlns:a16="http://schemas.microsoft.com/office/drawing/2014/main" id="{96F363E6-ABEE-4004-B170-83EE3D2F4CA6}"/>
              </a:ext>
            </a:extLst>
          </p:cNvPr>
          <p:cNvSpPr txBox="1">
            <a:spLocks/>
          </p:cNvSpPr>
          <p:nvPr/>
        </p:nvSpPr>
        <p:spPr bwMode="gray">
          <a:xfrm>
            <a:off x="376235" y="3376213"/>
            <a:ext cx="8391525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/>
              <a:t>Penny FVA - VOICE VIRTUAL ASSISTANT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681CBC-7262-4688-8CE5-B55EB555DBA7}"/>
              </a:ext>
            </a:extLst>
          </p:cNvPr>
          <p:cNvSpPr txBox="1">
            <a:spLocks/>
          </p:cNvSpPr>
          <p:nvPr/>
        </p:nvSpPr>
        <p:spPr>
          <a:xfrm>
            <a:off x="376235" y="3710916"/>
            <a:ext cx="8391525" cy="13584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27000" indent="-1270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93688" indent="-123825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1270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lang="en-US" sz="14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4200" indent="-1270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4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Responsibilities and High Level Deliverables: 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AWS Lambda Developer. Works on AWS Lambda(Python), DynamoDB, S3, CloudWatch, etc.,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Developed the Python Lambdas to capture the End to End Audio Conversation between the Bot and the Customer.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Created the encrypted S3 buckets to store the Audio files through Lambda.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Analyzed and Captured the </a:t>
            </a:r>
            <a:r>
              <a:rPr lang="en-US" sz="1200" dirty="0" err="1"/>
              <a:t>Cloudwatch</a:t>
            </a:r>
            <a:r>
              <a:rPr lang="en-US" sz="1200" dirty="0"/>
              <a:t> log attributes as per the requirement.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Stores the Data attributes on DynamoDB in the </a:t>
            </a:r>
            <a:r>
              <a:rPr lang="en-US" sz="1200" dirty="0" err="1"/>
              <a:t>semiStructured</a:t>
            </a:r>
            <a:r>
              <a:rPr lang="en-US" sz="1200" dirty="0"/>
              <a:t> format for reporting purpose through lambdas.</a:t>
            </a:r>
          </a:p>
          <a:p>
            <a:pPr marL="465138" lvl="2" indent="-1714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Implemented the Purge and Archival process of Audio files using Python AWS Lambda.</a:t>
            </a:r>
          </a:p>
        </p:txBody>
      </p:sp>
    </p:spTree>
    <p:extLst>
      <p:ext uri="{BB962C8B-B14F-4D97-AF65-F5344CB8AC3E}">
        <p14:creationId xmlns:p14="http://schemas.microsoft.com/office/powerpoint/2010/main" val="286316373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 16_9 onscreen">
  <a:themeElements>
    <a:clrScheme name="Deloitte colors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53565A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spcBef>
            <a:spcPts val="200"/>
          </a:spcBef>
          <a:buSzPct val="100000"/>
          <a:defRPr sz="1200" dirty="0" smtClean="0"/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Presentation4" id="{6EE34C1D-AB53-4DB7-B278-D7A1F9C2CBA3}" vid="{970869B5-A15A-4310-8F27-DE88B4E3E958}"/>
    </a:ext>
  </a:extLst>
</a:theme>
</file>

<file path=ppt/theme/theme2.xml><?xml version="1.0" encoding="utf-8"?>
<a:theme xmlns:a="http://schemas.openxmlformats.org/drawingml/2006/main" name="10_US Consulting Report Template_R1.5V_0612">
  <a:themeElements>
    <a:clrScheme name="">
      <a:dk1>
        <a:srgbClr val="000000"/>
      </a:dk1>
      <a:lt1>
        <a:srgbClr val="FFFFFF"/>
      </a:lt1>
      <a:dk2>
        <a:srgbClr val="4066B2"/>
      </a:dk2>
      <a:lt2>
        <a:srgbClr val="009999"/>
      </a:lt2>
      <a:accent1>
        <a:srgbClr val="003399"/>
      </a:accent1>
      <a:accent2>
        <a:srgbClr val="8099CC"/>
      </a:accent2>
      <a:accent3>
        <a:srgbClr val="FFFFFF"/>
      </a:accent3>
      <a:accent4>
        <a:srgbClr val="000000"/>
      </a:accent4>
      <a:accent5>
        <a:srgbClr val="AAADCA"/>
      </a:accent5>
      <a:accent6>
        <a:srgbClr val="738AB9"/>
      </a:accent6>
      <a:hlink>
        <a:srgbClr val="80CCCC"/>
      </a:hlink>
      <a:folHlink>
        <a:srgbClr val="4066B2"/>
      </a:folHlink>
    </a:clrScheme>
    <a:fontScheme name="US Consulting Report Template_R1.5_03250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38100" cap="rnd" algn="ctr">
          <a:solidFill>
            <a:srgbClr val="FF0000"/>
          </a:solidFill>
          <a:prstDash val="dash"/>
          <a:miter lim="800000"/>
          <a:headEnd/>
          <a:tailEnd/>
        </a:ln>
      </a:spPr>
      <a:bodyPr lIns="182880" rtlCol="0" anchor="ctr" anchorCtr="1"/>
      <a:lstStyle>
        <a:defPPr algn="ctr" eaLnBrk="0" hangingPunct="0">
          <a:lnSpc>
            <a:spcPct val="106000"/>
          </a:lnSpc>
          <a:defRPr b="1" dirty="0" smtClean="0"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27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3152" tIns="73152" rIns="73152" bIns="73152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6000"/>
          </a:lnSpc>
          <a:spcBef>
            <a:spcPct val="50000"/>
          </a:spcBef>
          <a:spcAft>
            <a:spcPct val="0"/>
          </a:spcAft>
          <a:buClrTx/>
          <a:buSzPct val="100000"/>
          <a:buFont typeface="Wingdings 2" pitchFamily="18" charset="2"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/>
      <a:bodyPr/>
      <a:lstStyle>
        <a:defPPr marL="169863" indent="-168275" algn="l" rtl="0" fontAlgn="base">
          <a:lnSpc>
            <a:spcPct val="106000"/>
          </a:lnSpc>
          <a:spcBef>
            <a:spcPct val="80000"/>
          </a:spcBef>
          <a:spcAft>
            <a:spcPct val="0"/>
          </a:spcAft>
          <a:buClr>
            <a:srgbClr val="000000"/>
          </a:buClr>
          <a:buFont typeface="Wingdings 2" pitchFamily="18" charset="2"/>
          <a:buChar char="¡"/>
          <a:defRPr sz="1100" kern="1200" dirty="0">
            <a:solidFill>
              <a:srgbClr val="000000"/>
            </a:solidFill>
            <a:latin typeface="Arial"/>
            <a:ea typeface="+mn-ea"/>
            <a:cs typeface="Arial" charset="0"/>
          </a:defRPr>
        </a:defPPr>
      </a:lstStyle>
    </a:txDef>
  </a:objectDefaults>
  <a:extraClrSchemeLst>
    <a:extraClrScheme>
      <a:clrScheme name="US Consulting Report Template_R1.5_03250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S Consulting Report Template_R1.5_032508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8">
        <a:dk1>
          <a:srgbClr val="000000"/>
        </a:dk1>
        <a:lt1>
          <a:srgbClr val="FFFFFF"/>
        </a:lt1>
        <a:dk2>
          <a:srgbClr val="B2CADB"/>
        </a:dk2>
        <a:lt2>
          <a:srgbClr val="1D3A6A"/>
        </a:lt2>
        <a:accent1>
          <a:srgbClr val="DED3B6"/>
        </a:accent1>
        <a:accent2>
          <a:srgbClr val="EAB58E"/>
        </a:accent2>
        <a:accent3>
          <a:srgbClr val="FFFFFF"/>
        </a:accent3>
        <a:accent4>
          <a:srgbClr val="000000"/>
        </a:accent4>
        <a:accent5>
          <a:srgbClr val="ECE6D7"/>
        </a:accent5>
        <a:accent6>
          <a:srgbClr val="D4A480"/>
        </a:accent6>
        <a:hlink>
          <a:srgbClr val="F5DDCB"/>
        </a:hlink>
        <a:folHlink>
          <a:srgbClr val="FEF2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9">
        <a:dk1>
          <a:srgbClr val="000000"/>
        </a:dk1>
        <a:lt1>
          <a:srgbClr val="FFFFFF"/>
        </a:lt1>
        <a:dk2>
          <a:srgbClr val="FEF2D2"/>
        </a:dk2>
        <a:lt2>
          <a:srgbClr val="1D3A6A"/>
        </a:lt2>
        <a:accent1>
          <a:srgbClr val="B2CADB"/>
        </a:accent1>
        <a:accent2>
          <a:srgbClr val="DED3B6"/>
        </a:accent2>
        <a:accent3>
          <a:srgbClr val="FFFFFF"/>
        </a:accent3>
        <a:accent4>
          <a:srgbClr val="000000"/>
        </a:accent4>
        <a:accent5>
          <a:srgbClr val="D5E1EA"/>
        </a:accent5>
        <a:accent6>
          <a:srgbClr val="C9BFA5"/>
        </a:accent6>
        <a:hlink>
          <a:srgbClr val="EAB58E"/>
        </a:hlink>
        <a:folHlink>
          <a:srgbClr val="F5DD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0">
        <a:dk1>
          <a:srgbClr val="000000"/>
        </a:dk1>
        <a:lt1>
          <a:srgbClr val="FFFFFF"/>
        </a:lt1>
        <a:dk2>
          <a:srgbClr val="F1EDE1"/>
        </a:dk2>
        <a:lt2>
          <a:srgbClr val="091D5D"/>
        </a:lt2>
        <a:accent1>
          <a:srgbClr val="9DA5BE"/>
        </a:accent1>
        <a:accent2>
          <a:srgbClr val="85C2FE"/>
        </a:accent2>
        <a:accent3>
          <a:srgbClr val="FFFFFF"/>
        </a:accent3>
        <a:accent4>
          <a:srgbClr val="000000"/>
        </a:accent4>
        <a:accent5>
          <a:srgbClr val="CCCFDB"/>
        </a:accent5>
        <a:accent6>
          <a:srgbClr val="78B0E6"/>
        </a:accent6>
        <a:hlink>
          <a:srgbClr val="ADD6FF"/>
        </a:hlink>
        <a:folHlink>
          <a:srgbClr val="D6EB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1">
        <a:dk1>
          <a:srgbClr val="AFAFAF"/>
        </a:dk1>
        <a:lt1>
          <a:srgbClr val="FFFFFF"/>
        </a:lt1>
        <a:dk2>
          <a:srgbClr val="F1EDE1"/>
        </a:dk2>
        <a:lt2>
          <a:srgbClr val="091D5D"/>
        </a:lt2>
        <a:accent1>
          <a:srgbClr val="85C2FE"/>
        </a:accent1>
        <a:accent2>
          <a:srgbClr val="ADD6FF"/>
        </a:accent2>
        <a:accent3>
          <a:srgbClr val="FFFFFF"/>
        </a:accent3>
        <a:accent4>
          <a:srgbClr val="959595"/>
        </a:accent4>
        <a:accent5>
          <a:srgbClr val="C2DDFE"/>
        </a:accent5>
        <a:accent6>
          <a:srgbClr val="9CC2E7"/>
        </a:accent6>
        <a:hlink>
          <a:srgbClr val="C6C1D6"/>
        </a:hlink>
        <a:folHlink>
          <a:srgbClr val="F1EDE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2">
        <a:dk1>
          <a:srgbClr val="000000"/>
        </a:dk1>
        <a:lt1>
          <a:srgbClr val="FFFFFF"/>
        </a:lt1>
        <a:dk2>
          <a:srgbClr val="F1EDE1"/>
        </a:dk2>
        <a:lt2>
          <a:srgbClr val="091D5D"/>
        </a:lt2>
        <a:accent1>
          <a:srgbClr val="85C2FE"/>
        </a:accent1>
        <a:accent2>
          <a:srgbClr val="ADD6FF"/>
        </a:accent2>
        <a:accent3>
          <a:srgbClr val="FFFFFF"/>
        </a:accent3>
        <a:accent4>
          <a:srgbClr val="000000"/>
        </a:accent4>
        <a:accent5>
          <a:srgbClr val="C2DDFE"/>
        </a:accent5>
        <a:accent6>
          <a:srgbClr val="9CC2E7"/>
        </a:accent6>
        <a:hlink>
          <a:srgbClr val="C6C1D6"/>
        </a:hlink>
        <a:folHlink>
          <a:srgbClr val="F1EDE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3">
        <a:dk1>
          <a:srgbClr val="000000"/>
        </a:dk1>
        <a:lt1>
          <a:srgbClr val="FFFFFF"/>
        </a:lt1>
        <a:dk2>
          <a:srgbClr val="F1EDE1"/>
        </a:dk2>
        <a:lt2>
          <a:srgbClr val="091D5D"/>
        </a:lt2>
        <a:accent1>
          <a:srgbClr val="85C2FE"/>
        </a:accent1>
        <a:accent2>
          <a:srgbClr val="ADD6FF"/>
        </a:accent2>
        <a:accent3>
          <a:srgbClr val="FFFFFF"/>
        </a:accent3>
        <a:accent4>
          <a:srgbClr val="000000"/>
        </a:accent4>
        <a:accent5>
          <a:srgbClr val="C2DDFE"/>
        </a:accent5>
        <a:accent6>
          <a:srgbClr val="9CC2E7"/>
        </a:accent6>
        <a:hlink>
          <a:srgbClr val="C6C1D6"/>
        </a:hlink>
        <a:folHlink>
          <a:srgbClr val="D6EB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4">
        <a:dk1>
          <a:srgbClr val="000000"/>
        </a:dk1>
        <a:lt1>
          <a:srgbClr val="FFFFFF"/>
        </a:lt1>
        <a:dk2>
          <a:srgbClr val="CCD6EB"/>
        </a:dk2>
        <a:lt2>
          <a:srgbClr val="000066"/>
        </a:lt2>
        <a:accent1>
          <a:srgbClr val="40B3B3"/>
        </a:accent1>
        <a:accent2>
          <a:srgbClr val="B2C1E0"/>
        </a:accent2>
        <a:accent3>
          <a:srgbClr val="FFFFFF"/>
        </a:accent3>
        <a:accent4>
          <a:srgbClr val="000000"/>
        </a:accent4>
        <a:accent5>
          <a:srgbClr val="AFD6D6"/>
        </a:accent5>
        <a:accent6>
          <a:srgbClr val="A1AFCB"/>
        </a:accent6>
        <a:hlink>
          <a:srgbClr val="66C2C2"/>
        </a:hlink>
        <a:folHlink>
          <a:srgbClr val="8CA3D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5">
        <a:dk1>
          <a:srgbClr val="000000"/>
        </a:dk1>
        <a:lt1>
          <a:srgbClr val="FFFFFF"/>
        </a:lt1>
        <a:dk2>
          <a:srgbClr val="4066B2"/>
        </a:dk2>
        <a:lt2>
          <a:srgbClr val="000066"/>
        </a:lt2>
        <a:accent1>
          <a:srgbClr val="003399"/>
        </a:accent1>
        <a:accent2>
          <a:srgbClr val="80CCCC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73B9B9"/>
        </a:accent6>
        <a:hlink>
          <a:srgbClr val="8099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6">
        <a:dk1>
          <a:srgbClr val="000000"/>
        </a:dk1>
        <a:lt1>
          <a:srgbClr val="FFFFFF"/>
        </a:lt1>
        <a:dk2>
          <a:srgbClr val="4066B2"/>
        </a:dk2>
        <a:lt2>
          <a:srgbClr val="000066"/>
        </a:lt2>
        <a:accent1>
          <a:srgbClr val="003399"/>
        </a:accent1>
        <a:accent2>
          <a:srgbClr val="8099CC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738AB9"/>
        </a:accent6>
        <a:hlink>
          <a:srgbClr val="80CCCC"/>
        </a:hlink>
        <a:folHlink>
          <a:srgbClr val="4066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1_US Consulting Report Template_R1.5V_0612">
  <a:themeElements>
    <a:clrScheme name="">
      <a:dk1>
        <a:srgbClr val="000000"/>
      </a:dk1>
      <a:lt1>
        <a:srgbClr val="FFFFFF"/>
      </a:lt1>
      <a:dk2>
        <a:srgbClr val="4066B2"/>
      </a:dk2>
      <a:lt2>
        <a:srgbClr val="009999"/>
      </a:lt2>
      <a:accent1>
        <a:srgbClr val="003399"/>
      </a:accent1>
      <a:accent2>
        <a:srgbClr val="8099CC"/>
      </a:accent2>
      <a:accent3>
        <a:srgbClr val="FFFFFF"/>
      </a:accent3>
      <a:accent4>
        <a:srgbClr val="000000"/>
      </a:accent4>
      <a:accent5>
        <a:srgbClr val="AAADCA"/>
      </a:accent5>
      <a:accent6>
        <a:srgbClr val="738AB9"/>
      </a:accent6>
      <a:hlink>
        <a:srgbClr val="80CCCC"/>
      </a:hlink>
      <a:folHlink>
        <a:srgbClr val="4066B2"/>
      </a:folHlink>
    </a:clrScheme>
    <a:fontScheme name="US Consulting Report Template_R1.5_03250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38100" cap="rnd" algn="ctr">
          <a:solidFill>
            <a:srgbClr val="FF0000"/>
          </a:solidFill>
          <a:prstDash val="dash"/>
          <a:miter lim="800000"/>
          <a:headEnd/>
          <a:tailEnd/>
        </a:ln>
      </a:spPr>
      <a:bodyPr lIns="182880" rtlCol="0" anchor="ctr" anchorCtr="1"/>
      <a:lstStyle>
        <a:defPPr algn="ctr" eaLnBrk="0" hangingPunct="0">
          <a:lnSpc>
            <a:spcPct val="106000"/>
          </a:lnSpc>
          <a:defRPr b="1" dirty="0" smtClean="0"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27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3152" tIns="73152" rIns="73152" bIns="73152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6000"/>
          </a:lnSpc>
          <a:spcBef>
            <a:spcPct val="50000"/>
          </a:spcBef>
          <a:spcAft>
            <a:spcPct val="0"/>
          </a:spcAft>
          <a:buClrTx/>
          <a:buSzPct val="100000"/>
          <a:buFont typeface="Wingdings 2" pitchFamily="18" charset="2"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/>
      <a:bodyPr/>
      <a:lstStyle>
        <a:defPPr marL="169863" indent="-168275" algn="l" rtl="0" fontAlgn="base">
          <a:lnSpc>
            <a:spcPct val="106000"/>
          </a:lnSpc>
          <a:spcBef>
            <a:spcPct val="80000"/>
          </a:spcBef>
          <a:spcAft>
            <a:spcPct val="0"/>
          </a:spcAft>
          <a:buClr>
            <a:srgbClr val="000000"/>
          </a:buClr>
          <a:buFont typeface="Wingdings 2" pitchFamily="18" charset="2"/>
          <a:buChar char="¡"/>
          <a:defRPr sz="1100" kern="1200" dirty="0">
            <a:solidFill>
              <a:srgbClr val="000000"/>
            </a:solidFill>
            <a:latin typeface="Arial"/>
            <a:ea typeface="+mn-ea"/>
            <a:cs typeface="Arial" charset="0"/>
          </a:defRPr>
        </a:defPPr>
      </a:lstStyle>
    </a:txDef>
  </a:objectDefaults>
  <a:extraClrSchemeLst>
    <a:extraClrScheme>
      <a:clrScheme name="US Consulting Report Template_R1.5_03250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S Consulting Report Template_R1.5_032508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8">
        <a:dk1>
          <a:srgbClr val="000000"/>
        </a:dk1>
        <a:lt1>
          <a:srgbClr val="FFFFFF"/>
        </a:lt1>
        <a:dk2>
          <a:srgbClr val="B2CADB"/>
        </a:dk2>
        <a:lt2>
          <a:srgbClr val="1D3A6A"/>
        </a:lt2>
        <a:accent1>
          <a:srgbClr val="DED3B6"/>
        </a:accent1>
        <a:accent2>
          <a:srgbClr val="EAB58E"/>
        </a:accent2>
        <a:accent3>
          <a:srgbClr val="FFFFFF"/>
        </a:accent3>
        <a:accent4>
          <a:srgbClr val="000000"/>
        </a:accent4>
        <a:accent5>
          <a:srgbClr val="ECE6D7"/>
        </a:accent5>
        <a:accent6>
          <a:srgbClr val="D4A480"/>
        </a:accent6>
        <a:hlink>
          <a:srgbClr val="F5DDCB"/>
        </a:hlink>
        <a:folHlink>
          <a:srgbClr val="FEF2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9">
        <a:dk1>
          <a:srgbClr val="000000"/>
        </a:dk1>
        <a:lt1>
          <a:srgbClr val="FFFFFF"/>
        </a:lt1>
        <a:dk2>
          <a:srgbClr val="FEF2D2"/>
        </a:dk2>
        <a:lt2>
          <a:srgbClr val="1D3A6A"/>
        </a:lt2>
        <a:accent1>
          <a:srgbClr val="B2CADB"/>
        </a:accent1>
        <a:accent2>
          <a:srgbClr val="DED3B6"/>
        </a:accent2>
        <a:accent3>
          <a:srgbClr val="FFFFFF"/>
        </a:accent3>
        <a:accent4>
          <a:srgbClr val="000000"/>
        </a:accent4>
        <a:accent5>
          <a:srgbClr val="D5E1EA"/>
        </a:accent5>
        <a:accent6>
          <a:srgbClr val="C9BFA5"/>
        </a:accent6>
        <a:hlink>
          <a:srgbClr val="EAB58E"/>
        </a:hlink>
        <a:folHlink>
          <a:srgbClr val="F5DD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0">
        <a:dk1>
          <a:srgbClr val="000000"/>
        </a:dk1>
        <a:lt1>
          <a:srgbClr val="FFFFFF"/>
        </a:lt1>
        <a:dk2>
          <a:srgbClr val="F1EDE1"/>
        </a:dk2>
        <a:lt2>
          <a:srgbClr val="091D5D"/>
        </a:lt2>
        <a:accent1>
          <a:srgbClr val="9DA5BE"/>
        </a:accent1>
        <a:accent2>
          <a:srgbClr val="85C2FE"/>
        </a:accent2>
        <a:accent3>
          <a:srgbClr val="FFFFFF"/>
        </a:accent3>
        <a:accent4>
          <a:srgbClr val="000000"/>
        </a:accent4>
        <a:accent5>
          <a:srgbClr val="CCCFDB"/>
        </a:accent5>
        <a:accent6>
          <a:srgbClr val="78B0E6"/>
        </a:accent6>
        <a:hlink>
          <a:srgbClr val="ADD6FF"/>
        </a:hlink>
        <a:folHlink>
          <a:srgbClr val="D6EB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1">
        <a:dk1>
          <a:srgbClr val="AFAFAF"/>
        </a:dk1>
        <a:lt1>
          <a:srgbClr val="FFFFFF"/>
        </a:lt1>
        <a:dk2>
          <a:srgbClr val="F1EDE1"/>
        </a:dk2>
        <a:lt2>
          <a:srgbClr val="091D5D"/>
        </a:lt2>
        <a:accent1>
          <a:srgbClr val="85C2FE"/>
        </a:accent1>
        <a:accent2>
          <a:srgbClr val="ADD6FF"/>
        </a:accent2>
        <a:accent3>
          <a:srgbClr val="FFFFFF"/>
        </a:accent3>
        <a:accent4>
          <a:srgbClr val="959595"/>
        </a:accent4>
        <a:accent5>
          <a:srgbClr val="C2DDFE"/>
        </a:accent5>
        <a:accent6>
          <a:srgbClr val="9CC2E7"/>
        </a:accent6>
        <a:hlink>
          <a:srgbClr val="C6C1D6"/>
        </a:hlink>
        <a:folHlink>
          <a:srgbClr val="F1EDE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2">
        <a:dk1>
          <a:srgbClr val="000000"/>
        </a:dk1>
        <a:lt1>
          <a:srgbClr val="FFFFFF"/>
        </a:lt1>
        <a:dk2>
          <a:srgbClr val="F1EDE1"/>
        </a:dk2>
        <a:lt2>
          <a:srgbClr val="091D5D"/>
        </a:lt2>
        <a:accent1>
          <a:srgbClr val="85C2FE"/>
        </a:accent1>
        <a:accent2>
          <a:srgbClr val="ADD6FF"/>
        </a:accent2>
        <a:accent3>
          <a:srgbClr val="FFFFFF"/>
        </a:accent3>
        <a:accent4>
          <a:srgbClr val="000000"/>
        </a:accent4>
        <a:accent5>
          <a:srgbClr val="C2DDFE"/>
        </a:accent5>
        <a:accent6>
          <a:srgbClr val="9CC2E7"/>
        </a:accent6>
        <a:hlink>
          <a:srgbClr val="C6C1D6"/>
        </a:hlink>
        <a:folHlink>
          <a:srgbClr val="F1EDE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3">
        <a:dk1>
          <a:srgbClr val="000000"/>
        </a:dk1>
        <a:lt1>
          <a:srgbClr val="FFFFFF"/>
        </a:lt1>
        <a:dk2>
          <a:srgbClr val="F1EDE1"/>
        </a:dk2>
        <a:lt2>
          <a:srgbClr val="091D5D"/>
        </a:lt2>
        <a:accent1>
          <a:srgbClr val="85C2FE"/>
        </a:accent1>
        <a:accent2>
          <a:srgbClr val="ADD6FF"/>
        </a:accent2>
        <a:accent3>
          <a:srgbClr val="FFFFFF"/>
        </a:accent3>
        <a:accent4>
          <a:srgbClr val="000000"/>
        </a:accent4>
        <a:accent5>
          <a:srgbClr val="C2DDFE"/>
        </a:accent5>
        <a:accent6>
          <a:srgbClr val="9CC2E7"/>
        </a:accent6>
        <a:hlink>
          <a:srgbClr val="C6C1D6"/>
        </a:hlink>
        <a:folHlink>
          <a:srgbClr val="D6EB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4">
        <a:dk1>
          <a:srgbClr val="000000"/>
        </a:dk1>
        <a:lt1>
          <a:srgbClr val="FFFFFF"/>
        </a:lt1>
        <a:dk2>
          <a:srgbClr val="CCD6EB"/>
        </a:dk2>
        <a:lt2>
          <a:srgbClr val="000066"/>
        </a:lt2>
        <a:accent1>
          <a:srgbClr val="40B3B3"/>
        </a:accent1>
        <a:accent2>
          <a:srgbClr val="B2C1E0"/>
        </a:accent2>
        <a:accent3>
          <a:srgbClr val="FFFFFF"/>
        </a:accent3>
        <a:accent4>
          <a:srgbClr val="000000"/>
        </a:accent4>
        <a:accent5>
          <a:srgbClr val="AFD6D6"/>
        </a:accent5>
        <a:accent6>
          <a:srgbClr val="A1AFCB"/>
        </a:accent6>
        <a:hlink>
          <a:srgbClr val="66C2C2"/>
        </a:hlink>
        <a:folHlink>
          <a:srgbClr val="8CA3D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5">
        <a:dk1>
          <a:srgbClr val="000000"/>
        </a:dk1>
        <a:lt1>
          <a:srgbClr val="FFFFFF"/>
        </a:lt1>
        <a:dk2>
          <a:srgbClr val="4066B2"/>
        </a:dk2>
        <a:lt2>
          <a:srgbClr val="000066"/>
        </a:lt2>
        <a:accent1>
          <a:srgbClr val="003399"/>
        </a:accent1>
        <a:accent2>
          <a:srgbClr val="80CCCC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73B9B9"/>
        </a:accent6>
        <a:hlink>
          <a:srgbClr val="8099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Report Template_R1.5_032508 16">
        <a:dk1>
          <a:srgbClr val="000000"/>
        </a:dk1>
        <a:lt1>
          <a:srgbClr val="FFFFFF"/>
        </a:lt1>
        <a:dk2>
          <a:srgbClr val="4066B2"/>
        </a:dk2>
        <a:lt2>
          <a:srgbClr val="000066"/>
        </a:lt2>
        <a:accent1>
          <a:srgbClr val="003399"/>
        </a:accent1>
        <a:accent2>
          <a:srgbClr val="8099CC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738AB9"/>
        </a:accent6>
        <a:hlink>
          <a:srgbClr val="80CCCC"/>
        </a:hlink>
        <a:folHlink>
          <a:srgbClr val="4066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3_Divider 2 - Deloitte Screen (medium) US 03 Feb09">
  <a:themeElements>
    <a:clrScheme name="Deloitte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776"/>
      </a:accent1>
      <a:accent2>
        <a:srgbClr val="92D400"/>
      </a:accent2>
      <a:accent3>
        <a:srgbClr val="00A1DE"/>
      </a:accent3>
      <a:accent4>
        <a:srgbClr val="72C7E7"/>
      </a:accent4>
      <a:accent5>
        <a:srgbClr val="3C8A2E"/>
      </a:accent5>
      <a:accent6>
        <a:srgbClr val="C9DD03"/>
      </a:accent6>
      <a:hlink>
        <a:srgbClr val="0000FF"/>
      </a:hlink>
      <a:folHlink>
        <a:srgbClr val="800080"/>
      </a:folHlink>
    </a:clrScheme>
    <a:fontScheme name="Divider 2 - Deloitte Screen (medium) US 03 Feb0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 w="12700">
          <a:solidFill>
            <a:schemeClr val="bg1"/>
          </a:solidFill>
        </a:ln>
      </a:spPr>
      <a:bodyPr rtlCol="0" anchor="ctr"/>
      <a:lstStyle>
        <a:defPPr algn="ctr">
          <a:defRPr sz="1000" b="1" dirty="0" smtClean="0">
            <a:latin typeface="Calibri" pitchFamily="34" charset="0"/>
            <a:cs typeface="Calibri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ivider 2 - Deloitte Screen (medium) US 03 Feb09 1">
        <a:dk1>
          <a:srgbClr val="000000"/>
        </a:dk1>
        <a:lt1>
          <a:srgbClr val="FFFFFF"/>
        </a:lt1>
        <a:dk2>
          <a:srgbClr val="002776"/>
        </a:dk2>
        <a:lt2>
          <a:srgbClr val="FFFFFF"/>
        </a:lt2>
        <a:accent1>
          <a:srgbClr val="002776"/>
        </a:accent1>
        <a:accent2>
          <a:srgbClr val="92D400"/>
        </a:accent2>
        <a:accent3>
          <a:srgbClr val="FFFFFF"/>
        </a:accent3>
        <a:accent4>
          <a:srgbClr val="000000"/>
        </a:accent4>
        <a:accent5>
          <a:srgbClr val="AAACBD"/>
        </a:accent5>
        <a:accent6>
          <a:srgbClr val="84C000"/>
        </a:accent6>
        <a:hlink>
          <a:srgbClr val="00A1DE"/>
        </a:hlink>
        <a:folHlink>
          <a:srgbClr val="72C7E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Deloitte_4_3_Onscreen_US</Template>
  <TotalTime>17012</TotalTime>
  <Words>829</Words>
  <Application>Microsoft Office PowerPoint</Application>
  <PresentationFormat>On-screen Show (4:3)</PresentationFormat>
  <Paragraphs>57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Arial</vt:lpstr>
      <vt:lpstr>Calibri</vt:lpstr>
      <vt:lpstr>Times New Roman</vt:lpstr>
      <vt:lpstr>Verdana</vt:lpstr>
      <vt:lpstr>Wingdings</vt:lpstr>
      <vt:lpstr>Wingdings 2</vt:lpstr>
      <vt:lpstr>Deloitte 16_9 onscreen</vt:lpstr>
      <vt:lpstr>10_US Consulting Report Template_R1.5V_0612</vt:lpstr>
      <vt:lpstr>11_US Consulting Report Template_R1.5V_0612</vt:lpstr>
      <vt:lpstr>13_Divider 2 - Deloitte Screen (medium) US 03 Feb09</vt:lpstr>
      <vt:lpstr>think-cell Slide</vt:lpstr>
      <vt:lpstr>Chandhrasekar A B </vt:lpstr>
      <vt:lpstr>PowerPoint Presentation</vt:lpstr>
      <vt:lpstr>PPG – Churn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Chandhrasekar, A B</cp:lastModifiedBy>
  <cp:revision>938</cp:revision>
  <cp:lastPrinted>2016-09-20T16:00:38Z</cp:lastPrinted>
  <dcterms:created xsi:type="dcterms:W3CDTF">2016-07-21T20:20:54Z</dcterms:created>
  <dcterms:modified xsi:type="dcterms:W3CDTF">2020-07-11T06:54:44Z</dcterms:modified>
</cp:coreProperties>
</file>